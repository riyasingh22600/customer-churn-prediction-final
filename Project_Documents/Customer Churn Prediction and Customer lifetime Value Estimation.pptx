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3" r:id="rId4"/>
  </p:sldMasterIdLst>
  <p:notesMasterIdLst>
    <p:notesMasterId r:id="rId14"/>
  </p:notesMasterIdLst>
  <p:handoutMasterIdLst>
    <p:handoutMasterId r:id="rId15"/>
  </p:handoutMasterIdLst>
  <p:sldIdLst>
    <p:sldId id="256" r:id="rId5"/>
    <p:sldId id="257" r:id="rId6"/>
    <p:sldId id="260" r:id="rId7"/>
    <p:sldId id="258" r:id="rId8"/>
    <p:sldId id="261" r:id="rId9"/>
    <p:sldId id="286" r:id="rId10"/>
    <p:sldId id="287" r:id="rId11"/>
    <p:sldId id="28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B7C6"/>
    <a:srgbClr val="103350"/>
    <a:srgbClr val="0C4360"/>
    <a:srgbClr val="1B6872"/>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AF6E4A-16CF-427F-93DF-FBD854761A21}" v="15" dt="2026-06-09T19:38:03.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540" y="66"/>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ya singh" userId="7abd632d42337e32" providerId="LiveId" clId="{A2BB9560-E8EC-4498-9591-1BC8A0E3267C}"/>
    <pc:docChg chg="undo custSel modSld modMainMaster">
      <pc:chgData name="riya singh" userId="7abd632d42337e32" providerId="LiveId" clId="{A2BB9560-E8EC-4498-9591-1BC8A0E3267C}" dt="2026-06-09T19:39:51.944" v="338" actId="1076"/>
      <pc:docMkLst>
        <pc:docMk/>
      </pc:docMkLst>
      <pc:sldChg chg="modSp mod">
        <pc:chgData name="riya singh" userId="7abd632d42337e32" providerId="LiveId" clId="{A2BB9560-E8EC-4498-9591-1BC8A0E3267C}" dt="2026-06-09T19:33:39.461" v="161" actId="2711"/>
        <pc:sldMkLst>
          <pc:docMk/>
          <pc:sldMk cId="3946934594" sldId="256"/>
        </pc:sldMkLst>
        <pc:spChg chg="mod">
          <ac:chgData name="riya singh" userId="7abd632d42337e32" providerId="LiveId" clId="{A2BB9560-E8EC-4498-9591-1BC8A0E3267C}" dt="2026-06-09T19:33:39.461" v="161" actId="2711"/>
          <ac:spMkLst>
            <pc:docMk/>
            <pc:sldMk cId="3946934594" sldId="256"/>
            <ac:spMk id="2" creationId="{632BE5BF-9922-45FB-8F3F-4446D40A051B}"/>
          </ac:spMkLst>
        </pc:spChg>
        <pc:spChg chg="mod">
          <ac:chgData name="riya singh" userId="7abd632d42337e32" providerId="LiveId" clId="{A2BB9560-E8EC-4498-9591-1BC8A0E3267C}" dt="2026-06-09T19:33:15.533" v="160" actId="207"/>
          <ac:spMkLst>
            <pc:docMk/>
            <pc:sldMk cId="3946934594" sldId="256"/>
            <ac:spMk id="5" creationId="{76F286D3-D130-BFC9-D66B-1F42E025B83B}"/>
          </ac:spMkLst>
        </pc:spChg>
        <pc:spChg chg="mod">
          <ac:chgData name="riya singh" userId="7abd632d42337e32" providerId="LiveId" clId="{A2BB9560-E8EC-4498-9591-1BC8A0E3267C}" dt="2026-06-09T19:18:42.179" v="56" actId="20577"/>
          <ac:spMkLst>
            <pc:docMk/>
            <pc:sldMk cId="3946934594" sldId="256"/>
            <ac:spMk id="8" creationId="{FF762F18-E10D-C752-69F0-937D3E410251}"/>
          </ac:spMkLst>
        </pc:spChg>
        <pc:spChg chg="mod">
          <ac:chgData name="riya singh" userId="7abd632d42337e32" providerId="LiveId" clId="{A2BB9560-E8EC-4498-9591-1BC8A0E3267C}" dt="2026-06-09T19:32:50.216" v="157" actId="207"/>
          <ac:spMkLst>
            <pc:docMk/>
            <pc:sldMk cId="3946934594" sldId="256"/>
            <ac:spMk id="10" creationId="{D038B59D-5353-04B1-914B-CD0BF4459F50}"/>
          </ac:spMkLst>
        </pc:spChg>
        <pc:spChg chg="mod">
          <ac:chgData name="riya singh" userId="7abd632d42337e32" providerId="LiveId" clId="{A2BB9560-E8EC-4498-9591-1BC8A0E3267C}" dt="2026-06-09T19:33:07.353" v="159" actId="207"/>
          <ac:spMkLst>
            <pc:docMk/>
            <pc:sldMk cId="3946934594" sldId="256"/>
            <ac:spMk id="12" creationId="{9165A8A9-DC3D-D51E-0568-13E4F611E739}"/>
          </ac:spMkLst>
        </pc:spChg>
      </pc:sldChg>
      <pc:sldChg chg="addSp delSp modSp mod">
        <pc:chgData name="riya singh" userId="7abd632d42337e32" providerId="LiveId" clId="{A2BB9560-E8EC-4498-9591-1BC8A0E3267C}" dt="2026-06-09T19:32:37.659" v="156" actId="207"/>
        <pc:sldMkLst>
          <pc:docMk/>
          <pc:sldMk cId="2902794312" sldId="257"/>
        </pc:sldMkLst>
        <pc:spChg chg="mod">
          <ac:chgData name="riya singh" userId="7abd632d42337e32" providerId="LiveId" clId="{A2BB9560-E8EC-4498-9591-1BC8A0E3267C}" dt="2026-06-09T19:25:57.922" v="118"/>
          <ac:spMkLst>
            <pc:docMk/>
            <pc:sldMk cId="2902794312" sldId="257"/>
            <ac:spMk id="2" creationId="{0B24BF10-2B55-43AB-9F77-F1A1410384A9}"/>
          </ac:spMkLst>
        </pc:spChg>
        <pc:spChg chg="mod">
          <ac:chgData name="riya singh" userId="7abd632d42337e32" providerId="LiveId" clId="{A2BB9560-E8EC-4498-9591-1BC8A0E3267C}" dt="2026-06-09T19:32:24.004" v="154" actId="207"/>
          <ac:spMkLst>
            <pc:docMk/>
            <pc:sldMk cId="2902794312" sldId="257"/>
            <ac:spMk id="6" creationId="{E883D37D-1472-518C-D876-78B8E6C1EC93}"/>
          </ac:spMkLst>
        </pc:spChg>
        <pc:spChg chg="add del mod">
          <ac:chgData name="riya singh" userId="7abd632d42337e32" providerId="LiveId" clId="{A2BB9560-E8EC-4498-9591-1BC8A0E3267C}" dt="2026-06-09T19:32:37.659" v="156" actId="207"/>
          <ac:spMkLst>
            <pc:docMk/>
            <pc:sldMk cId="2902794312" sldId="257"/>
            <ac:spMk id="8" creationId="{79CDDC27-F9F3-B042-9C76-1E7929AB7BD1}"/>
          </ac:spMkLst>
        </pc:spChg>
        <pc:graphicFrameChg chg="add del">
          <ac:chgData name="riya singh" userId="7abd632d42337e32" providerId="LiveId" clId="{A2BB9560-E8EC-4498-9591-1BC8A0E3267C}" dt="2026-06-09T19:21:24.719" v="71" actId="26606"/>
          <ac:graphicFrameMkLst>
            <pc:docMk/>
            <pc:sldMk cId="2902794312" sldId="257"/>
            <ac:graphicFrameMk id="11" creationId="{FD9946C3-53F8-B9C7-FD55-5440F1D8A76A}"/>
          </ac:graphicFrameMkLst>
        </pc:graphicFrameChg>
        <pc:graphicFrameChg chg="add del">
          <ac:chgData name="riya singh" userId="7abd632d42337e32" providerId="LiveId" clId="{A2BB9560-E8EC-4498-9591-1BC8A0E3267C}" dt="2026-06-09T19:25:19.821" v="110" actId="26606"/>
          <ac:graphicFrameMkLst>
            <pc:docMk/>
            <pc:sldMk cId="2902794312" sldId="257"/>
            <ac:graphicFrameMk id="12" creationId="{5A4CEBFA-3D1B-D32D-C957-D07D42C6FEDD}"/>
          </ac:graphicFrameMkLst>
        </pc:graphicFrameChg>
      </pc:sldChg>
      <pc:sldChg chg="addSp delSp modSp mod setBg">
        <pc:chgData name="riya singh" userId="7abd632d42337e32" providerId="LiveId" clId="{A2BB9560-E8EC-4498-9591-1BC8A0E3267C}" dt="2026-06-09T19:31:29.581" v="148" actId="207"/>
        <pc:sldMkLst>
          <pc:docMk/>
          <pc:sldMk cId="3733486012" sldId="258"/>
        </pc:sldMkLst>
        <pc:spChg chg="mod ord">
          <ac:chgData name="riya singh" userId="7abd632d42337e32" providerId="LiveId" clId="{A2BB9560-E8EC-4498-9591-1BC8A0E3267C}" dt="2026-06-09T19:25:57.922" v="118"/>
          <ac:spMkLst>
            <pc:docMk/>
            <pc:sldMk cId="3733486012" sldId="258"/>
            <ac:spMk id="2" creationId="{BE9800F6-D571-48C4-8466-12AA1ADB6599}"/>
          </ac:spMkLst>
        </pc:spChg>
        <pc:spChg chg="mod">
          <ac:chgData name="riya singh" userId="7abd632d42337e32" providerId="LiveId" clId="{A2BB9560-E8EC-4498-9591-1BC8A0E3267C}" dt="2026-06-09T19:31:16.112" v="146" actId="207"/>
          <ac:spMkLst>
            <pc:docMk/>
            <pc:sldMk cId="3733486012" sldId="258"/>
            <ac:spMk id="9" creationId="{7F7A2DE4-1D12-C160-129F-B5FBF276D241}"/>
          </ac:spMkLst>
        </pc:spChg>
        <pc:spChg chg="add del mod">
          <ac:chgData name="riya singh" userId="7abd632d42337e32" providerId="LiveId" clId="{A2BB9560-E8EC-4498-9591-1BC8A0E3267C}" dt="2026-06-09T19:31:29.581" v="148" actId="207"/>
          <ac:spMkLst>
            <pc:docMk/>
            <pc:sldMk cId="3733486012" sldId="258"/>
            <ac:spMk id="11" creationId="{903063B6-6F91-BACF-6B31-91CF6175F2E0}"/>
          </ac:spMkLst>
        </pc:spChg>
        <pc:spChg chg="add del">
          <ac:chgData name="riya singh" userId="7abd632d42337e32" providerId="LiveId" clId="{A2BB9560-E8EC-4498-9591-1BC8A0E3267C}" dt="2026-06-09T19:22:12.737" v="75" actId="26606"/>
          <ac:spMkLst>
            <pc:docMk/>
            <pc:sldMk cId="3733486012" sldId="258"/>
            <ac:spMk id="18" creationId="{D0672142-94D6-400E-B188-309B101D8BEB}"/>
          </ac:spMkLst>
        </pc:spChg>
        <pc:spChg chg="add del">
          <ac:chgData name="riya singh" userId="7abd632d42337e32" providerId="LiveId" clId="{A2BB9560-E8EC-4498-9591-1BC8A0E3267C}" dt="2026-06-09T19:22:12.737" v="75" actId="26606"/>
          <ac:spMkLst>
            <pc:docMk/>
            <pc:sldMk cId="3733486012" sldId="258"/>
            <ac:spMk id="20" creationId="{C127259A-B804-4AD2-9BC6-66F7BB218575}"/>
          </ac:spMkLst>
        </pc:spChg>
        <pc:spChg chg="add del">
          <ac:chgData name="riya singh" userId="7abd632d42337e32" providerId="LiveId" clId="{A2BB9560-E8EC-4498-9591-1BC8A0E3267C}" dt="2026-06-09T19:25:18.805" v="108" actId="26606"/>
          <ac:spMkLst>
            <pc:docMk/>
            <pc:sldMk cId="3733486012" sldId="258"/>
            <ac:spMk id="26" creationId="{7E475056-B0EB-44BE-8568-61ABEFB2E99D}"/>
          </ac:spMkLst>
        </pc:spChg>
        <pc:spChg chg="add del">
          <ac:chgData name="riya singh" userId="7abd632d42337e32" providerId="LiveId" clId="{A2BB9560-E8EC-4498-9591-1BC8A0E3267C}" dt="2026-06-09T19:25:18.805" v="108" actId="26606"/>
          <ac:spMkLst>
            <pc:docMk/>
            <pc:sldMk cId="3733486012" sldId="258"/>
            <ac:spMk id="28" creationId="{E82ABBDC-7A44-4AE8-A04F-B5495481B9F2}"/>
          </ac:spMkLst>
        </pc:spChg>
        <pc:graphicFrameChg chg="add del">
          <ac:chgData name="riya singh" userId="7abd632d42337e32" providerId="LiveId" clId="{A2BB9560-E8EC-4498-9591-1BC8A0E3267C}" dt="2026-06-09T19:22:12.737" v="75" actId="26606"/>
          <ac:graphicFrameMkLst>
            <pc:docMk/>
            <pc:sldMk cId="3733486012" sldId="258"/>
            <ac:graphicFrameMk id="14" creationId="{E91B9498-0EA5-5FCC-D71D-92A541EA0077}"/>
          </ac:graphicFrameMkLst>
        </pc:graphicFrameChg>
        <pc:graphicFrameChg chg="add del">
          <ac:chgData name="riya singh" userId="7abd632d42337e32" providerId="LiveId" clId="{A2BB9560-E8EC-4498-9591-1BC8A0E3267C}" dt="2026-06-09T19:22:17.071" v="77" actId="26606"/>
          <ac:graphicFrameMkLst>
            <pc:docMk/>
            <pc:sldMk cId="3733486012" sldId="258"/>
            <ac:graphicFrameMk id="24" creationId="{D7D20854-7389-D48A-EE9F-AC8BA61A3866}"/>
          </ac:graphicFrameMkLst>
        </pc:graphicFrameChg>
        <pc:graphicFrameChg chg="add del">
          <ac:chgData name="riya singh" userId="7abd632d42337e32" providerId="LiveId" clId="{A2BB9560-E8EC-4498-9591-1BC8A0E3267C}" dt="2026-06-09T19:25:18.805" v="108" actId="26606"/>
          <ac:graphicFrameMkLst>
            <pc:docMk/>
            <pc:sldMk cId="3733486012" sldId="258"/>
            <ac:graphicFrameMk id="29" creationId="{2032CEFE-E807-396E-B00D-D24C8CEB9E3C}"/>
          </ac:graphicFrameMkLst>
        </pc:graphicFrameChg>
        <pc:cxnChg chg="add del">
          <ac:chgData name="riya singh" userId="7abd632d42337e32" providerId="LiveId" clId="{A2BB9560-E8EC-4498-9591-1BC8A0E3267C}" dt="2026-06-09T19:22:12.737" v="75" actId="26606"/>
          <ac:cxnSpMkLst>
            <pc:docMk/>
            <pc:sldMk cId="3733486012" sldId="258"/>
            <ac:cxnSpMk id="22" creationId="{39B4E8A7-8505-4752-9B81-C739116CE02E}"/>
          </ac:cxnSpMkLst>
        </pc:cxnChg>
        <pc:cxnChg chg="add del">
          <ac:chgData name="riya singh" userId="7abd632d42337e32" providerId="LiveId" clId="{A2BB9560-E8EC-4498-9591-1BC8A0E3267C}" dt="2026-06-09T19:25:18.805" v="108" actId="26606"/>
          <ac:cxnSpMkLst>
            <pc:docMk/>
            <pc:sldMk cId="3733486012" sldId="258"/>
            <ac:cxnSpMk id="27" creationId="{F2C8E2EC-73A4-48C2-B4D7-D7726BD908EE}"/>
          </ac:cxnSpMkLst>
        </pc:cxnChg>
      </pc:sldChg>
      <pc:sldChg chg="addSp delSp modSp mod">
        <pc:chgData name="riya singh" userId="7abd632d42337e32" providerId="LiveId" clId="{A2BB9560-E8EC-4498-9591-1BC8A0E3267C}" dt="2026-06-09T19:32:05.629" v="152" actId="207"/>
        <pc:sldMkLst>
          <pc:docMk/>
          <pc:sldMk cId="709828751" sldId="260"/>
        </pc:sldMkLst>
        <pc:spChg chg="mod">
          <ac:chgData name="riya singh" userId="7abd632d42337e32" providerId="LiveId" clId="{A2BB9560-E8EC-4498-9591-1BC8A0E3267C}" dt="2026-06-09T19:25:57.922" v="118"/>
          <ac:spMkLst>
            <pc:docMk/>
            <pc:sldMk cId="709828751" sldId="260"/>
            <ac:spMk id="2" creationId="{8B065C75-272B-4BB5-BA23-D80E8654D621}"/>
          </ac:spMkLst>
        </pc:spChg>
        <pc:spChg chg="mod">
          <ac:chgData name="riya singh" userId="7abd632d42337e32" providerId="LiveId" clId="{A2BB9560-E8EC-4498-9591-1BC8A0E3267C}" dt="2026-06-09T19:32:05.629" v="152" actId="207"/>
          <ac:spMkLst>
            <pc:docMk/>
            <pc:sldMk cId="709828751" sldId="260"/>
            <ac:spMk id="7" creationId="{F2B9AD8B-A34F-A0F7-9CAA-C6B4438FAA17}"/>
          </ac:spMkLst>
        </pc:spChg>
        <pc:spChg chg="add del mod">
          <ac:chgData name="riya singh" userId="7abd632d42337e32" providerId="LiveId" clId="{A2BB9560-E8EC-4498-9591-1BC8A0E3267C}" dt="2026-06-09T19:31:59.755" v="151" actId="2711"/>
          <ac:spMkLst>
            <pc:docMk/>
            <pc:sldMk cId="709828751" sldId="260"/>
            <ac:spMk id="8" creationId="{51360DD1-A03B-765A-6A07-4474F8BB3916}"/>
          </ac:spMkLst>
        </pc:spChg>
        <pc:graphicFrameChg chg="add del">
          <ac:chgData name="riya singh" userId="7abd632d42337e32" providerId="LiveId" clId="{A2BB9560-E8EC-4498-9591-1BC8A0E3267C}" dt="2026-06-09T19:25:19.269" v="109" actId="26606"/>
          <ac:graphicFrameMkLst>
            <pc:docMk/>
            <pc:sldMk cId="709828751" sldId="260"/>
            <ac:graphicFrameMk id="13" creationId="{297A2AC7-3B3E-75A4-E096-8B65DAC48D2F}"/>
          </ac:graphicFrameMkLst>
        </pc:graphicFrameChg>
      </pc:sldChg>
      <pc:sldChg chg="addSp delSp modSp mod">
        <pc:chgData name="riya singh" userId="7abd632d42337e32" providerId="LiveId" clId="{A2BB9560-E8EC-4498-9591-1BC8A0E3267C}" dt="2026-06-09T19:30:55.882" v="143" actId="2711"/>
        <pc:sldMkLst>
          <pc:docMk/>
          <pc:sldMk cId="3607270498" sldId="261"/>
        </pc:sldMkLst>
        <pc:spChg chg="mod">
          <ac:chgData name="riya singh" userId="7abd632d42337e32" providerId="LiveId" clId="{A2BB9560-E8EC-4498-9591-1BC8A0E3267C}" dt="2026-06-09T19:25:57.922" v="118"/>
          <ac:spMkLst>
            <pc:docMk/>
            <pc:sldMk cId="3607270498" sldId="261"/>
            <ac:spMk id="2" creationId="{520FC4EE-F318-4344-9E3C-B950ADB63865}"/>
          </ac:spMkLst>
        </pc:spChg>
        <pc:spChg chg="mod">
          <ac:chgData name="riya singh" userId="7abd632d42337e32" providerId="LiveId" clId="{A2BB9560-E8EC-4498-9591-1BC8A0E3267C}" dt="2026-06-09T19:30:22.352" v="139" actId="255"/>
          <ac:spMkLst>
            <pc:docMk/>
            <pc:sldMk cId="3607270498" sldId="261"/>
            <ac:spMk id="19" creationId="{74C17645-4F69-202A-5029-1CB8F95BAEB3}"/>
          </ac:spMkLst>
        </pc:spChg>
        <pc:spChg chg="add del mod">
          <ac:chgData name="riya singh" userId="7abd632d42337e32" providerId="LiveId" clId="{A2BB9560-E8EC-4498-9591-1BC8A0E3267C}" dt="2026-06-09T19:30:55.882" v="143" actId="2711"/>
          <ac:spMkLst>
            <pc:docMk/>
            <pc:sldMk cId="3607270498" sldId="261"/>
            <ac:spMk id="20" creationId="{EDAD3C78-2AA2-9A34-56B6-228466127D87}"/>
          </ac:spMkLst>
        </pc:spChg>
        <pc:spChg chg="mod">
          <ac:chgData name="riya singh" userId="7abd632d42337e32" providerId="LiveId" clId="{A2BB9560-E8EC-4498-9591-1BC8A0E3267C}" dt="2026-05-21T18:34:52.924" v="1" actId="1076"/>
          <ac:spMkLst>
            <pc:docMk/>
            <pc:sldMk cId="3607270498" sldId="261"/>
            <ac:spMk id="22" creationId="{469DE4C3-3001-A2C4-AA79-06C817B0A9AE}"/>
          </ac:spMkLst>
        </pc:spChg>
        <pc:graphicFrameChg chg="add del">
          <ac:chgData name="riya singh" userId="7abd632d42337e32" providerId="LiveId" clId="{A2BB9560-E8EC-4498-9591-1BC8A0E3267C}" dt="2026-06-09T19:23:02.469" v="80" actId="26606"/>
          <ac:graphicFrameMkLst>
            <pc:docMk/>
            <pc:sldMk cId="3607270498" sldId="261"/>
            <ac:graphicFrameMk id="81" creationId="{7C5BE435-23D6-CABD-E89A-86001E8EED56}"/>
          </ac:graphicFrameMkLst>
        </pc:graphicFrameChg>
        <pc:graphicFrameChg chg="add del">
          <ac:chgData name="riya singh" userId="7abd632d42337e32" providerId="LiveId" clId="{A2BB9560-E8EC-4498-9591-1BC8A0E3267C}" dt="2026-06-09T19:23:10.345" v="82" actId="26606"/>
          <ac:graphicFrameMkLst>
            <pc:docMk/>
            <pc:sldMk cId="3607270498" sldId="261"/>
            <ac:graphicFrameMk id="83" creationId="{1341EC38-F2B8-E86E-A896-AFD52A78F202}"/>
          </ac:graphicFrameMkLst>
        </pc:graphicFrameChg>
        <pc:graphicFrameChg chg="add del">
          <ac:chgData name="riya singh" userId="7abd632d42337e32" providerId="LiveId" clId="{A2BB9560-E8EC-4498-9591-1BC8A0E3267C}" dt="2026-06-09T19:25:18.375" v="107" actId="26606"/>
          <ac:graphicFrameMkLst>
            <pc:docMk/>
            <pc:sldMk cId="3607270498" sldId="261"/>
            <ac:graphicFrameMk id="85" creationId="{AFA9BA62-94BD-5CA5-9A92-AED37E789B85}"/>
          </ac:graphicFrameMkLst>
        </pc:graphicFrameChg>
      </pc:sldChg>
      <pc:sldChg chg="addSp delSp modSp mod">
        <pc:chgData name="riya singh" userId="7abd632d42337e32" providerId="LiveId" clId="{A2BB9560-E8EC-4498-9591-1BC8A0E3267C}" dt="2026-06-09T19:39:51.944" v="338" actId="1076"/>
        <pc:sldMkLst>
          <pc:docMk/>
          <pc:sldMk cId="429771863" sldId="269"/>
        </pc:sldMkLst>
        <pc:spChg chg="mod">
          <ac:chgData name="riya singh" userId="7abd632d42337e32" providerId="LiveId" clId="{A2BB9560-E8EC-4498-9591-1BC8A0E3267C}" dt="2026-06-09T19:39:37.371" v="336" actId="1076"/>
          <ac:spMkLst>
            <pc:docMk/>
            <pc:sldMk cId="429771863" sldId="269"/>
            <ac:spMk id="2" creationId="{632BE5BF-9922-45FB-8F3F-4446D40A051B}"/>
          </ac:spMkLst>
        </pc:spChg>
        <pc:spChg chg="add del">
          <ac:chgData name="riya singh" userId="7abd632d42337e32" providerId="LiveId" clId="{A2BB9560-E8EC-4498-9591-1BC8A0E3267C}" dt="2026-06-09T19:34:06.081" v="166" actId="22"/>
          <ac:spMkLst>
            <pc:docMk/>
            <pc:sldMk cId="429771863" sldId="269"/>
            <ac:spMk id="5" creationId="{B9590B7D-1954-AF73-C48D-71CC8F38A3B9}"/>
          </ac:spMkLst>
        </pc:spChg>
        <pc:spChg chg="add del mod">
          <ac:chgData name="riya singh" userId="7abd632d42337e32" providerId="LiveId" clId="{A2BB9560-E8EC-4498-9591-1BC8A0E3267C}" dt="2026-06-09T19:34:58.790" v="174" actId="478"/>
          <ac:spMkLst>
            <pc:docMk/>
            <pc:sldMk cId="429771863" sldId="269"/>
            <ac:spMk id="6" creationId="{EFAFA8F3-BA89-A05D-E3EA-D99C5A368B2A}"/>
          </ac:spMkLst>
        </pc:spChg>
        <pc:spChg chg="add mod">
          <ac:chgData name="riya singh" userId="7abd632d42337e32" providerId="LiveId" clId="{A2BB9560-E8EC-4498-9591-1BC8A0E3267C}" dt="2026-06-09T19:39:17.905" v="334" actId="255"/>
          <ac:spMkLst>
            <pc:docMk/>
            <pc:sldMk cId="429771863" sldId="269"/>
            <ac:spMk id="7" creationId="{CAD7EFC5-3177-358E-7CCF-60540832DE76}"/>
          </ac:spMkLst>
        </pc:spChg>
        <pc:spChg chg="add mod">
          <ac:chgData name="riya singh" userId="7abd632d42337e32" providerId="LiveId" clId="{A2BB9560-E8EC-4498-9591-1BC8A0E3267C}" dt="2026-06-09T19:39:51.944" v="338" actId="1076"/>
          <ac:spMkLst>
            <pc:docMk/>
            <pc:sldMk cId="429771863" sldId="269"/>
            <ac:spMk id="8" creationId="{867CCA1A-70B7-4862-76E7-6C309D5651B4}"/>
          </ac:spMkLst>
        </pc:spChg>
      </pc:sldChg>
      <pc:sldChg chg="addSp delSp modSp mod setBg">
        <pc:chgData name="riya singh" userId="7abd632d42337e32" providerId="LiveId" clId="{A2BB9560-E8EC-4498-9591-1BC8A0E3267C}" dt="2026-06-09T19:30:03.288" v="137" actId="2711"/>
        <pc:sldMkLst>
          <pc:docMk/>
          <pc:sldMk cId="2383174507" sldId="286"/>
        </pc:sldMkLst>
        <pc:spChg chg="mod">
          <ac:chgData name="riya singh" userId="7abd632d42337e32" providerId="LiveId" clId="{A2BB9560-E8EC-4498-9591-1BC8A0E3267C}" dt="2026-06-09T19:28:41.984" v="133" actId="2711"/>
          <ac:spMkLst>
            <pc:docMk/>
            <pc:sldMk cId="2383174507" sldId="286"/>
            <ac:spMk id="2" creationId="{72DABD08-7B1F-DD22-EEE6-94789EA8FD68}"/>
          </ac:spMkLst>
        </pc:spChg>
        <pc:spChg chg="mod">
          <ac:chgData name="riya singh" userId="7abd632d42337e32" providerId="LiveId" clId="{A2BB9560-E8EC-4498-9591-1BC8A0E3267C}" dt="2026-06-09T19:25:57.922" v="118"/>
          <ac:spMkLst>
            <pc:docMk/>
            <pc:sldMk cId="2383174507" sldId="286"/>
            <ac:spMk id="3" creationId="{D253AF47-B76B-677B-614F-34B6829405EC}"/>
          </ac:spMkLst>
        </pc:spChg>
        <pc:spChg chg="add del mod">
          <ac:chgData name="riya singh" userId="7abd632d42337e32" providerId="LiveId" clId="{A2BB9560-E8EC-4498-9591-1BC8A0E3267C}" dt="2026-06-09T19:30:03.288" v="137" actId="2711"/>
          <ac:spMkLst>
            <pc:docMk/>
            <pc:sldMk cId="2383174507" sldId="286"/>
            <ac:spMk id="5" creationId="{C0F4F65D-B03B-75AD-CEFE-EBA8DAFC5800}"/>
          </ac:spMkLst>
        </pc:spChg>
        <pc:spChg chg="add del">
          <ac:chgData name="riya singh" userId="7abd632d42337e32" providerId="LiveId" clId="{A2BB9560-E8EC-4498-9591-1BC8A0E3267C}" dt="2026-06-09T19:25:17.758" v="106" actId="26606"/>
          <ac:spMkLst>
            <pc:docMk/>
            <pc:sldMk cId="2383174507" sldId="286"/>
            <ac:spMk id="13" creationId="{7E475056-B0EB-44BE-8568-61ABEFB2E99D}"/>
          </ac:spMkLst>
        </pc:spChg>
        <pc:spChg chg="add del">
          <ac:chgData name="riya singh" userId="7abd632d42337e32" providerId="LiveId" clId="{A2BB9560-E8EC-4498-9591-1BC8A0E3267C}" dt="2026-06-09T19:25:17.758" v="106" actId="26606"/>
          <ac:spMkLst>
            <pc:docMk/>
            <pc:sldMk cId="2383174507" sldId="286"/>
            <ac:spMk id="17" creationId="{E82ABBDC-7A44-4AE8-A04F-B5495481B9F2}"/>
          </ac:spMkLst>
        </pc:spChg>
        <pc:graphicFrameChg chg="add del">
          <ac:chgData name="riya singh" userId="7abd632d42337e32" providerId="LiveId" clId="{A2BB9560-E8EC-4498-9591-1BC8A0E3267C}" dt="2026-06-09T19:25:17.758" v="106" actId="26606"/>
          <ac:graphicFrameMkLst>
            <pc:docMk/>
            <pc:sldMk cId="2383174507" sldId="286"/>
            <ac:graphicFrameMk id="9" creationId="{D48B5999-F233-27E9-5CB0-AF3B09226285}"/>
          </ac:graphicFrameMkLst>
        </pc:graphicFrameChg>
        <pc:cxnChg chg="add del">
          <ac:chgData name="riya singh" userId="7abd632d42337e32" providerId="LiveId" clId="{A2BB9560-E8EC-4498-9591-1BC8A0E3267C}" dt="2026-06-09T19:25:17.758" v="106" actId="26606"/>
          <ac:cxnSpMkLst>
            <pc:docMk/>
            <pc:sldMk cId="2383174507" sldId="286"/>
            <ac:cxnSpMk id="15" creationId="{F2C8E2EC-73A4-48C2-B4D7-D7726BD908EE}"/>
          </ac:cxnSpMkLst>
        </pc:cxnChg>
      </pc:sldChg>
      <pc:sldChg chg="addSp delSp modSp mod setBg">
        <pc:chgData name="riya singh" userId="7abd632d42337e32" providerId="LiveId" clId="{A2BB9560-E8EC-4498-9591-1BC8A0E3267C}" dt="2026-06-09T19:27:36.379" v="126" actId="207"/>
        <pc:sldMkLst>
          <pc:docMk/>
          <pc:sldMk cId="1267665574" sldId="287"/>
        </pc:sldMkLst>
        <pc:spChg chg="mod">
          <ac:chgData name="riya singh" userId="7abd632d42337e32" providerId="LiveId" clId="{A2BB9560-E8EC-4498-9591-1BC8A0E3267C}" dt="2026-06-09T19:27:36.379" v="126" actId="207"/>
          <ac:spMkLst>
            <pc:docMk/>
            <pc:sldMk cId="1267665574" sldId="287"/>
            <ac:spMk id="2" creationId="{3CF15A96-31FF-3202-30B6-55881FC5B5D7}"/>
          </ac:spMkLst>
        </pc:spChg>
        <pc:spChg chg="mod ord">
          <ac:chgData name="riya singh" userId="7abd632d42337e32" providerId="LiveId" clId="{A2BB9560-E8EC-4498-9591-1BC8A0E3267C}" dt="2026-06-09T19:25:57.922" v="118"/>
          <ac:spMkLst>
            <pc:docMk/>
            <pc:sldMk cId="1267665574" sldId="287"/>
            <ac:spMk id="3" creationId="{8AE83CC8-1F46-5491-346C-2825C24DF327}"/>
          </ac:spMkLst>
        </pc:spChg>
        <pc:spChg chg="mod">
          <ac:chgData name="riya singh" userId="7abd632d42337e32" providerId="LiveId" clId="{A2BB9560-E8EC-4498-9591-1BC8A0E3267C}" dt="2026-06-09T19:27:26.502" v="125" actId="207"/>
          <ac:spMkLst>
            <pc:docMk/>
            <pc:sldMk cId="1267665574" sldId="287"/>
            <ac:spMk id="7" creationId="{3CAA6CE5-8E00-C699-28AC-93B42FE1FE3D}"/>
          </ac:spMkLst>
        </pc:spChg>
        <pc:spChg chg="add del">
          <ac:chgData name="riya singh" userId="7abd632d42337e32" providerId="LiveId" clId="{A2BB9560-E8EC-4498-9591-1BC8A0E3267C}" dt="2026-06-09T19:23:35.325" v="86" actId="26606"/>
          <ac:spMkLst>
            <pc:docMk/>
            <pc:sldMk cId="1267665574" sldId="287"/>
            <ac:spMk id="14" creationId="{375136A9-49F9-4DA0-A741-F065B0FA091D}"/>
          </ac:spMkLst>
        </pc:spChg>
        <pc:spChg chg="add del">
          <ac:chgData name="riya singh" userId="7abd632d42337e32" providerId="LiveId" clId="{A2BB9560-E8EC-4498-9591-1BC8A0E3267C}" dt="2026-06-09T19:23:35.325" v="86" actId="26606"/>
          <ac:spMkLst>
            <pc:docMk/>
            <pc:sldMk cId="1267665574" sldId="287"/>
            <ac:spMk id="16" creationId="{B912F6C7-0423-4B6F-AECE-710C848918FD}"/>
          </ac:spMkLst>
        </pc:spChg>
        <pc:spChg chg="add del">
          <ac:chgData name="riya singh" userId="7abd632d42337e32" providerId="LiveId" clId="{A2BB9560-E8EC-4498-9591-1BC8A0E3267C}" dt="2026-06-09T19:23:37.245" v="88" actId="26606"/>
          <ac:spMkLst>
            <pc:docMk/>
            <pc:sldMk cId="1267665574" sldId="287"/>
            <ac:spMk id="20" creationId="{5BBD3ED2-B0E6-45A2-ABD5-ECF31BC37C2E}"/>
          </ac:spMkLst>
        </pc:spChg>
        <pc:spChg chg="add del">
          <ac:chgData name="riya singh" userId="7abd632d42337e32" providerId="LiveId" clId="{A2BB9560-E8EC-4498-9591-1BC8A0E3267C}" dt="2026-06-09T19:23:37.245" v="88" actId="26606"/>
          <ac:spMkLst>
            <pc:docMk/>
            <pc:sldMk cId="1267665574" sldId="287"/>
            <ac:spMk id="21" creationId="{F2D2D1E8-4ABF-4B6B-B39D-40B080B61E49}"/>
          </ac:spMkLst>
        </pc:spChg>
        <pc:spChg chg="add del">
          <ac:chgData name="riya singh" userId="7abd632d42337e32" providerId="LiveId" clId="{A2BB9560-E8EC-4498-9591-1BC8A0E3267C}" dt="2026-06-09T19:23:37.245" v="88" actId="26606"/>
          <ac:spMkLst>
            <pc:docMk/>
            <pc:sldMk cId="1267665574" sldId="287"/>
            <ac:spMk id="22" creationId="{BC7AB4B5-66A5-48D1-BD88-C60A16ED971B}"/>
          </ac:spMkLst>
        </pc:spChg>
        <pc:spChg chg="add del">
          <ac:chgData name="riya singh" userId="7abd632d42337e32" providerId="LiveId" clId="{A2BB9560-E8EC-4498-9591-1BC8A0E3267C}" dt="2026-06-09T19:25:17.198" v="105" actId="26606"/>
          <ac:spMkLst>
            <pc:docMk/>
            <pc:sldMk cId="1267665574" sldId="287"/>
            <ac:spMk id="24" creationId="{375136A9-49F9-4DA0-A741-F065B0FA091D}"/>
          </ac:spMkLst>
        </pc:spChg>
        <pc:spChg chg="add del">
          <ac:chgData name="riya singh" userId="7abd632d42337e32" providerId="LiveId" clId="{A2BB9560-E8EC-4498-9591-1BC8A0E3267C}" dt="2026-06-09T19:25:17.198" v="105" actId="26606"/>
          <ac:spMkLst>
            <pc:docMk/>
            <pc:sldMk cId="1267665574" sldId="287"/>
            <ac:spMk id="25" creationId="{B912F6C7-0423-4B6F-AECE-710C848918FD}"/>
          </ac:spMkLst>
        </pc:spChg>
        <pc:cxnChg chg="add del">
          <ac:chgData name="riya singh" userId="7abd632d42337e32" providerId="LiveId" clId="{A2BB9560-E8EC-4498-9591-1BC8A0E3267C}" dt="2026-06-09T19:23:35.325" v="86" actId="26606"/>
          <ac:cxnSpMkLst>
            <pc:docMk/>
            <pc:sldMk cId="1267665574" sldId="287"/>
            <ac:cxnSpMk id="18" creationId="{A7208205-03EE-4EC8-9C34-59270C1880D8}"/>
          </ac:cxnSpMkLst>
        </pc:cxnChg>
        <pc:cxnChg chg="add del">
          <ac:chgData name="riya singh" userId="7abd632d42337e32" providerId="LiveId" clId="{A2BB9560-E8EC-4498-9591-1BC8A0E3267C}" dt="2026-06-09T19:25:17.198" v="105" actId="26606"/>
          <ac:cxnSpMkLst>
            <pc:docMk/>
            <pc:sldMk cId="1267665574" sldId="287"/>
            <ac:cxnSpMk id="26" creationId="{A7208205-03EE-4EC8-9C34-59270C1880D8}"/>
          </ac:cxnSpMkLst>
        </pc:cxnChg>
      </pc:sldChg>
      <pc:sldChg chg="addSp delSp modSp mod">
        <pc:chgData name="riya singh" userId="7abd632d42337e32" providerId="LiveId" clId="{A2BB9560-E8EC-4498-9591-1BC8A0E3267C}" dt="2026-06-09T19:29:49.429" v="136" actId="2711"/>
        <pc:sldMkLst>
          <pc:docMk/>
          <pc:sldMk cId="506696193" sldId="288"/>
        </pc:sldMkLst>
        <pc:spChg chg="mod">
          <ac:chgData name="riya singh" userId="7abd632d42337e32" providerId="LiveId" clId="{A2BB9560-E8EC-4498-9591-1BC8A0E3267C}" dt="2026-06-09T19:25:57.922" v="118"/>
          <ac:spMkLst>
            <pc:docMk/>
            <pc:sldMk cId="506696193" sldId="288"/>
            <ac:spMk id="3" creationId="{A41916D1-F644-AD4D-3F81-D31EE814DF0D}"/>
          </ac:spMkLst>
        </pc:spChg>
        <pc:spChg chg="mod">
          <ac:chgData name="riya singh" userId="7abd632d42337e32" providerId="LiveId" clId="{A2BB9560-E8EC-4498-9591-1BC8A0E3267C}" dt="2026-06-09T19:27:47.714" v="127" actId="207"/>
          <ac:spMkLst>
            <pc:docMk/>
            <pc:sldMk cId="506696193" sldId="288"/>
            <ac:spMk id="4" creationId="{3D1C37DB-0FEE-0C22-D842-2084CA9E3D4A}"/>
          </ac:spMkLst>
        </pc:spChg>
        <pc:spChg chg="add del mod">
          <ac:chgData name="riya singh" userId="7abd632d42337e32" providerId="LiveId" clId="{A2BB9560-E8EC-4498-9591-1BC8A0E3267C}" dt="2026-06-09T19:29:38.322" v="135" actId="2711"/>
          <ac:spMkLst>
            <pc:docMk/>
            <pc:sldMk cId="506696193" sldId="288"/>
            <ac:spMk id="5" creationId="{E7D5462E-3B2A-7208-250A-0F37F95800C3}"/>
          </ac:spMkLst>
        </pc:spChg>
        <pc:spChg chg="mod">
          <ac:chgData name="riya singh" userId="7abd632d42337e32" providerId="LiveId" clId="{A2BB9560-E8EC-4498-9591-1BC8A0E3267C}" dt="2026-06-09T19:29:49.429" v="136" actId="2711"/>
          <ac:spMkLst>
            <pc:docMk/>
            <pc:sldMk cId="506696193" sldId="288"/>
            <ac:spMk id="7" creationId="{F9026607-3943-EE30-AE98-81D52970AA1C}"/>
          </ac:spMkLst>
        </pc:spChg>
        <pc:graphicFrameChg chg="add del">
          <ac:chgData name="riya singh" userId="7abd632d42337e32" providerId="LiveId" clId="{A2BB9560-E8EC-4498-9591-1BC8A0E3267C}" dt="2026-06-09T19:23:49.508" v="91" actId="26606"/>
          <ac:graphicFrameMkLst>
            <pc:docMk/>
            <pc:sldMk cId="506696193" sldId="288"/>
            <ac:graphicFrameMk id="11" creationId="{05E8A336-999A-F8DF-5DD0-716132BC98B9}"/>
          </ac:graphicFrameMkLst>
        </pc:graphicFrameChg>
        <pc:graphicFrameChg chg="add del">
          <ac:chgData name="riya singh" userId="7abd632d42337e32" providerId="LiveId" clId="{A2BB9560-E8EC-4498-9591-1BC8A0E3267C}" dt="2026-06-09T19:23:52.690" v="93" actId="26606"/>
          <ac:graphicFrameMkLst>
            <pc:docMk/>
            <pc:sldMk cId="506696193" sldId="288"/>
            <ac:graphicFrameMk id="13" creationId="{F6F82249-0301-ED90-50B7-FEB7F11FCAE0}"/>
          </ac:graphicFrameMkLst>
        </pc:graphicFrameChg>
        <pc:graphicFrameChg chg="add del">
          <ac:chgData name="riya singh" userId="7abd632d42337e32" providerId="LiveId" clId="{A2BB9560-E8EC-4498-9591-1BC8A0E3267C}" dt="2026-06-09T19:23:54.939" v="95" actId="26606"/>
          <ac:graphicFrameMkLst>
            <pc:docMk/>
            <pc:sldMk cId="506696193" sldId="288"/>
            <ac:graphicFrameMk id="15" creationId="{4A480309-EAC6-6C24-8BD5-AA2EB1365080}"/>
          </ac:graphicFrameMkLst>
        </pc:graphicFrameChg>
        <pc:graphicFrameChg chg="add del">
          <ac:chgData name="riya singh" userId="7abd632d42337e32" providerId="LiveId" clId="{A2BB9560-E8EC-4498-9591-1BC8A0E3267C}" dt="2026-06-09T19:24:00.161" v="97" actId="26606"/>
          <ac:graphicFrameMkLst>
            <pc:docMk/>
            <pc:sldMk cId="506696193" sldId="288"/>
            <ac:graphicFrameMk id="17" creationId="{3BF1531F-B473-E140-7B91-8CD1071E2B61}"/>
          </ac:graphicFrameMkLst>
        </pc:graphicFrameChg>
      </pc:sldChg>
      <pc:sldMasterChg chg="addSp modSldLayout">
        <pc:chgData name="riya singh" userId="7abd632d42337e32" providerId="LiveId" clId="{A2BB9560-E8EC-4498-9591-1BC8A0E3267C}" dt="2026-06-09T19:20:07.761" v="57"/>
        <pc:sldMasterMkLst>
          <pc:docMk/>
          <pc:sldMasterMk cId="240442197" sldId="2147483678"/>
        </pc:sldMasterMkLst>
        <pc:spChg chg="add">
          <ac:chgData name="riya singh" userId="7abd632d42337e32" providerId="LiveId" clId="{A2BB9560-E8EC-4498-9591-1BC8A0E3267C}" dt="2026-06-09T19:20:07.761" v="57"/>
          <ac:spMkLst>
            <pc:docMk/>
            <pc:sldMasterMk cId="240442197" sldId="2147483678"/>
            <ac:spMk id="7" creationId="{B32A7B11-607F-72C6-F62D-525D971E2382}"/>
          </ac:spMkLst>
        </pc:spChg>
        <pc:spChg chg="add">
          <ac:chgData name="riya singh" userId="7abd632d42337e32" providerId="LiveId" clId="{A2BB9560-E8EC-4498-9591-1BC8A0E3267C}" dt="2026-06-09T19:20:07.761" v="57"/>
          <ac:spMkLst>
            <pc:docMk/>
            <pc:sldMasterMk cId="240442197" sldId="2147483678"/>
            <ac:spMk id="8" creationId="{AD9321CD-608D-5F06-2538-9E94B824AAA5}"/>
          </ac:spMkLst>
        </pc:spChg>
        <pc:spChg chg="add">
          <ac:chgData name="riya singh" userId="7abd632d42337e32" providerId="LiveId" clId="{A2BB9560-E8EC-4498-9591-1BC8A0E3267C}" dt="2026-06-09T19:20:07.761" v="57"/>
          <ac:spMkLst>
            <pc:docMk/>
            <pc:sldMasterMk cId="240442197" sldId="2147483678"/>
            <ac:spMk id="9" creationId="{A2EE8D56-31BC-5049-5681-4FE2653A5B32}"/>
          </ac:spMkLst>
        </pc:spChg>
        <pc:spChg chg="add">
          <ac:chgData name="riya singh" userId="7abd632d42337e32" providerId="LiveId" clId="{A2BB9560-E8EC-4498-9591-1BC8A0E3267C}" dt="2026-06-09T19:20:07.761" v="57"/>
          <ac:spMkLst>
            <pc:docMk/>
            <pc:sldMasterMk cId="240442197" sldId="2147483678"/>
            <ac:spMk id="10" creationId="{0F157468-1F6E-212D-D62A-DAA6B36BE455}"/>
          </ac:spMkLst>
        </pc:spChg>
        <pc:spChg chg="add">
          <ac:chgData name="riya singh" userId="7abd632d42337e32" providerId="LiveId" clId="{A2BB9560-E8EC-4498-9591-1BC8A0E3267C}" dt="2026-06-09T19:20:07.761" v="57"/>
          <ac:spMkLst>
            <pc:docMk/>
            <pc:sldMasterMk cId="240442197" sldId="2147483678"/>
            <ac:spMk id="11" creationId="{6EE3EA36-F3E3-2948-2DAC-54FC610E3330}"/>
          </ac:spMkLst>
        </pc:spChg>
        <pc:spChg chg="add">
          <ac:chgData name="riya singh" userId="7abd632d42337e32" providerId="LiveId" clId="{A2BB9560-E8EC-4498-9591-1BC8A0E3267C}" dt="2026-06-09T19:20:07.761" v="57"/>
          <ac:spMkLst>
            <pc:docMk/>
            <pc:sldMasterMk cId="240442197" sldId="2147483678"/>
            <ac:spMk id="12" creationId="{9C8B98C0-951E-86EA-3578-7767F0724F76}"/>
          </ac:spMkLst>
        </pc:spChg>
        <pc:spChg chg="add">
          <ac:chgData name="riya singh" userId="7abd632d42337e32" providerId="LiveId" clId="{A2BB9560-E8EC-4498-9591-1BC8A0E3267C}" dt="2026-06-09T19:20:07.761" v="57"/>
          <ac:spMkLst>
            <pc:docMk/>
            <pc:sldMasterMk cId="240442197" sldId="2147483678"/>
            <ac:spMk id="19" creationId="{7CD5BD25-03EF-B88B-5FBB-65565A481327}"/>
          </ac:spMkLst>
        </pc:spChg>
        <pc:spChg chg="add">
          <ac:chgData name="riya singh" userId="7abd632d42337e32" providerId="LiveId" clId="{A2BB9560-E8EC-4498-9591-1BC8A0E3267C}" dt="2026-06-09T19:20:07.761" v="57"/>
          <ac:spMkLst>
            <pc:docMk/>
            <pc:sldMasterMk cId="240442197" sldId="2147483678"/>
            <ac:spMk id="20" creationId="{5F5F7DC9-273F-EB38-7EB0-4D241879E766}"/>
          </ac:spMkLst>
        </pc:spChg>
        <pc:grpChg chg="add">
          <ac:chgData name="riya singh" userId="7abd632d42337e32" providerId="LiveId" clId="{A2BB9560-E8EC-4498-9591-1BC8A0E3267C}" dt="2026-06-09T19:20:07.761" v="57"/>
          <ac:grpSpMkLst>
            <pc:docMk/>
            <pc:sldMasterMk cId="240442197" sldId="2147483678"/>
            <ac:grpSpMk id="13" creationId="{79463E66-3905-FECE-D221-CC89ED5E43D1}"/>
          </ac:grpSpMkLst>
        </pc:grpChg>
        <pc:grpChg chg="add">
          <ac:chgData name="riya singh" userId="7abd632d42337e32" providerId="LiveId" clId="{A2BB9560-E8EC-4498-9591-1BC8A0E3267C}" dt="2026-06-09T19:20:07.761" v="57"/>
          <ac:grpSpMkLst>
            <pc:docMk/>
            <pc:sldMasterMk cId="240442197" sldId="2147483678"/>
            <ac:grpSpMk id="16" creationId="{6ACF6E97-FC95-3531-CA9A-EBDBEB26187B}"/>
          </ac:grpSpMkLst>
        </pc:grpChg>
        <pc:sldLayoutChg chg="addSp">
          <pc:chgData name="riya singh" userId="7abd632d42337e32" providerId="LiveId" clId="{A2BB9560-E8EC-4498-9591-1BC8A0E3267C}" dt="2026-06-09T19:20:07.761" v="57"/>
          <pc:sldLayoutMkLst>
            <pc:docMk/>
            <pc:sldMasterMk cId="240442197" sldId="2147483678"/>
            <pc:sldLayoutMk cId="2922310752" sldId="2147483679"/>
          </pc:sldLayoutMkLst>
          <pc:spChg chg="add">
            <ac:chgData name="riya singh" userId="7abd632d42337e32" providerId="LiveId" clId="{A2BB9560-E8EC-4498-9591-1BC8A0E3267C}" dt="2026-06-09T19:20:07.761" v="57"/>
            <ac:spMkLst>
              <pc:docMk/>
              <pc:sldMasterMk cId="240442197" sldId="2147483678"/>
              <pc:sldLayoutMk cId="2922310752" sldId="2147483679"/>
              <ac:spMk id="7" creationId="{47475BF6-1655-6EF4-74C9-71529E7C7E6E}"/>
            </ac:spMkLst>
          </pc:spChg>
          <pc:grpChg chg="add">
            <ac:chgData name="riya singh" userId="7abd632d42337e32" providerId="LiveId" clId="{A2BB9560-E8EC-4498-9591-1BC8A0E3267C}" dt="2026-06-09T19:20:07.761" v="57"/>
            <ac:grpSpMkLst>
              <pc:docMk/>
              <pc:sldMasterMk cId="240442197" sldId="2147483678"/>
              <pc:sldLayoutMk cId="2922310752" sldId="2147483679"/>
              <ac:grpSpMk id="8" creationId="{902938BB-39F6-25A2-8C86-E52EA403C089}"/>
            </ac:grpSpMkLst>
          </pc:grpChg>
        </pc:sldLayoutChg>
        <pc:sldLayoutChg chg="addSp">
          <pc:chgData name="riya singh" userId="7abd632d42337e32" providerId="LiveId" clId="{A2BB9560-E8EC-4498-9591-1BC8A0E3267C}" dt="2026-06-09T19:20:07.761" v="57"/>
          <pc:sldLayoutMkLst>
            <pc:docMk/>
            <pc:sldMasterMk cId="240442197" sldId="2147483678"/>
            <pc:sldLayoutMk cId="2395566496" sldId="2147483680"/>
          </pc:sldLayoutMkLst>
          <pc:spChg chg="add">
            <ac:chgData name="riya singh" userId="7abd632d42337e32" providerId="LiveId" clId="{A2BB9560-E8EC-4498-9591-1BC8A0E3267C}" dt="2026-06-09T19:20:07.761" v="57"/>
            <ac:spMkLst>
              <pc:docMk/>
              <pc:sldMasterMk cId="240442197" sldId="2147483678"/>
              <pc:sldLayoutMk cId="2395566496" sldId="2147483680"/>
              <ac:spMk id="7" creationId="{DBAA0F02-D8FF-A944-0BB3-EE860252BB77}"/>
            </ac:spMkLst>
          </pc:spChg>
          <pc:spChg chg="add">
            <ac:chgData name="riya singh" userId="7abd632d42337e32" providerId="LiveId" clId="{A2BB9560-E8EC-4498-9591-1BC8A0E3267C}" dt="2026-06-09T19:20:07.761" v="57"/>
            <ac:spMkLst>
              <pc:docMk/>
              <pc:sldMasterMk cId="240442197" sldId="2147483678"/>
              <pc:sldLayoutMk cId="2395566496" sldId="2147483680"/>
              <ac:spMk id="8" creationId="{9B1E6CF1-DCDD-000C-7962-52276537C99F}"/>
            </ac:spMkLst>
          </pc:spChg>
          <pc:spChg chg="add">
            <ac:chgData name="riya singh" userId="7abd632d42337e32" providerId="LiveId" clId="{A2BB9560-E8EC-4498-9591-1BC8A0E3267C}" dt="2026-06-09T19:20:07.761" v="57"/>
            <ac:spMkLst>
              <pc:docMk/>
              <pc:sldMasterMk cId="240442197" sldId="2147483678"/>
              <pc:sldLayoutMk cId="2395566496" sldId="2147483680"/>
              <ac:spMk id="9" creationId="{C0A86C15-0507-49FB-6956-52A1886B05C3}"/>
            </ac:spMkLst>
          </pc:spChg>
          <pc:spChg chg="add">
            <ac:chgData name="riya singh" userId="7abd632d42337e32" providerId="LiveId" clId="{A2BB9560-E8EC-4498-9591-1BC8A0E3267C}" dt="2026-06-09T19:20:07.761" v="57"/>
            <ac:spMkLst>
              <pc:docMk/>
              <pc:sldMasterMk cId="240442197" sldId="2147483678"/>
              <pc:sldLayoutMk cId="2395566496" sldId="2147483680"/>
              <ac:spMk id="10" creationId="{ED94FFA3-5F4B-2D79-86CA-C9272CAB4644}"/>
            </ac:spMkLst>
          </pc:spChg>
          <pc:spChg chg="add">
            <ac:chgData name="riya singh" userId="7abd632d42337e32" providerId="LiveId" clId="{A2BB9560-E8EC-4498-9591-1BC8A0E3267C}" dt="2026-06-09T19:20:07.761" v="57"/>
            <ac:spMkLst>
              <pc:docMk/>
              <pc:sldMasterMk cId="240442197" sldId="2147483678"/>
              <pc:sldLayoutMk cId="2395566496" sldId="2147483680"/>
              <ac:spMk id="11" creationId="{1EC0CD06-58AD-2837-9214-97B3E556C57C}"/>
            </ac:spMkLst>
          </pc:spChg>
          <pc:spChg chg="add">
            <ac:chgData name="riya singh" userId="7abd632d42337e32" providerId="LiveId" clId="{A2BB9560-E8EC-4498-9591-1BC8A0E3267C}" dt="2026-06-09T19:20:07.761" v="57"/>
            <ac:spMkLst>
              <pc:docMk/>
              <pc:sldMasterMk cId="240442197" sldId="2147483678"/>
              <pc:sldLayoutMk cId="2395566496" sldId="2147483680"/>
              <ac:spMk id="18" creationId="{0E0BB4D7-8F82-9364-D705-3E7B5482BBBA}"/>
            </ac:spMkLst>
          </pc:spChg>
          <pc:grpChg chg="add">
            <ac:chgData name="riya singh" userId="7abd632d42337e32" providerId="LiveId" clId="{A2BB9560-E8EC-4498-9591-1BC8A0E3267C}" dt="2026-06-09T19:20:07.761" v="57"/>
            <ac:grpSpMkLst>
              <pc:docMk/>
              <pc:sldMasterMk cId="240442197" sldId="2147483678"/>
              <pc:sldLayoutMk cId="2395566496" sldId="2147483680"/>
              <ac:grpSpMk id="12" creationId="{854F6D16-FBD5-A45E-E3D5-D80C737A85B1}"/>
            </ac:grpSpMkLst>
          </pc:grpChg>
          <pc:grpChg chg="add">
            <ac:chgData name="riya singh" userId="7abd632d42337e32" providerId="LiveId" clId="{A2BB9560-E8EC-4498-9591-1BC8A0E3267C}" dt="2026-06-09T19:20:07.761" v="57"/>
            <ac:grpSpMkLst>
              <pc:docMk/>
              <pc:sldMasterMk cId="240442197" sldId="2147483678"/>
              <pc:sldLayoutMk cId="2395566496" sldId="2147483680"/>
              <ac:grpSpMk id="15" creationId="{15F4D695-CA1E-FC05-DDF3-3C1F0FDC858E}"/>
            </ac:grpSpMkLst>
          </pc:grpChg>
        </pc:sldLayoutChg>
        <pc:sldLayoutChg chg="addSp">
          <pc:chgData name="riya singh" userId="7abd632d42337e32" providerId="LiveId" clId="{A2BB9560-E8EC-4498-9591-1BC8A0E3267C}" dt="2026-06-09T19:20:07.761" v="57"/>
          <pc:sldLayoutMkLst>
            <pc:docMk/>
            <pc:sldMasterMk cId="240442197" sldId="2147483678"/>
            <pc:sldLayoutMk cId="3381639730" sldId="2147483681"/>
          </pc:sldLayoutMkLst>
          <pc:spChg chg="add">
            <ac:chgData name="riya singh" userId="7abd632d42337e32" providerId="LiveId" clId="{A2BB9560-E8EC-4498-9591-1BC8A0E3267C}" dt="2026-06-09T19:20:07.761" v="57"/>
            <ac:spMkLst>
              <pc:docMk/>
              <pc:sldMasterMk cId="240442197" sldId="2147483678"/>
              <pc:sldLayoutMk cId="3381639730" sldId="2147483681"/>
              <ac:spMk id="7" creationId="{236FE01B-3E79-8527-80AB-98443EA1C5D0}"/>
            </ac:spMkLst>
          </pc:spChg>
          <pc:spChg chg="add">
            <ac:chgData name="riya singh" userId="7abd632d42337e32" providerId="LiveId" clId="{A2BB9560-E8EC-4498-9591-1BC8A0E3267C}" dt="2026-06-09T19:20:07.761" v="57"/>
            <ac:spMkLst>
              <pc:docMk/>
              <pc:sldMasterMk cId="240442197" sldId="2147483678"/>
              <pc:sldLayoutMk cId="3381639730" sldId="2147483681"/>
              <ac:spMk id="8" creationId="{C9B2BBE2-C23E-B7C0-4DD9-F446E4CFBE46}"/>
            </ac:spMkLst>
          </pc:spChg>
          <pc:spChg chg="add">
            <ac:chgData name="riya singh" userId="7abd632d42337e32" providerId="LiveId" clId="{A2BB9560-E8EC-4498-9591-1BC8A0E3267C}" dt="2026-06-09T19:20:07.761" v="57"/>
            <ac:spMkLst>
              <pc:docMk/>
              <pc:sldMasterMk cId="240442197" sldId="2147483678"/>
              <pc:sldLayoutMk cId="3381639730" sldId="2147483681"/>
              <ac:spMk id="9" creationId="{44405479-67F1-380A-8A20-3584485A572B}"/>
            </ac:spMkLst>
          </pc:spChg>
          <pc:spChg chg="add">
            <ac:chgData name="riya singh" userId="7abd632d42337e32" providerId="LiveId" clId="{A2BB9560-E8EC-4498-9591-1BC8A0E3267C}" dt="2026-06-09T19:20:07.761" v="57"/>
            <ac:spMkLst>
              <pc:docMk/>
              <pc:sldMasterMk cId="240442197" sldId="2147483678"/>
              <pc:sldLayoutMk cId="3381639730" sldId="2147483681"/>
              <ac:spMk id="10" creationId="{845A2B83-76B4-2754-4C50-118B7BEE8CA1}"/>
            </ac:spMkLst>
          </pc:spChg>
          <pc:spChg chg="add">
            <ac:chgData name="riya singh" userId="7abd632d42337e32" providerId="LiveId" clId="{A2BB9560-E8EC-4498-9591-1BC8A0E3267C}" dt="2026-06-09T19:20:07.761" v="57"/>
            <ac:spMkLst>
              <pc:docMk/>
              <pc:sldMasterMk cId="240442197" sldId="2147483678"/>
              <pc:sldLayoutMk cId="3381639730" sldId="2147483681"/>
              <ac:spMk id="11" creationId="{2423CAC5-4EE3-957B-C04A-39397C734FFF}"/>
            </ac:spMkLst>
          </pc:spChg>
          <pc:spChg chg="add">
            <ac:chgData name="riya singh" userId="7abd632d42337e32" providerId="LiveId" clId="{A2BB9560-E8EC-4498-9591-1BC8A0E3267C}" dt="2026-06-09T19:20:07.761" v="57"/>
            <ac:spMkLst>
              <pc:docMk/>
              <pc:sldMasterMk cId="240442197" sldId="2147483678"/>
              <pc:sldLayoutMk cId="3381639730" sldId="2147483681"/>
              <ac:spMk id="12" creationId="{26499EF5-E297-61D1-8F4C-E56631CA8FCC}"/>
            </ac:spMkLst>
          </pc:spChg>
          <pc:spChg chg="add">
            <ac:chgData name="riya singh" userId="7abd632d42337e32" providerId="LiveId" clId="{A2BB9560-E8EC-4498-9591-1BC8A0E3267C}" dt="2026-06-09T19:20:07.761" v="57"/>
            <ac:spMkLst>
              <pc:docMk/>
              <pc:sldMasterMk cId="240442197" sldId="2147483678"/>
              <pc:sldLayoutMk cId="3381639730" sldId="2147483681"/>
              <ac:spMk id="13" creationId="{A836428C-55A2-8167-05BB-9FE80D0E0968}"/>
            </ac:spMkLst>
          </pc:spChg>
          <pc:spChg chg="add">
            <ac:chgData name="riya singh" userId="7abd632d42337e32" providerId="LiveId" clId="{A2BB9560-E8EC-4498-9591-1BC8A0E3267C}" dt="2026-06-09T19:20:07.761" v="57"/>
            <ac:spMkLst>
              <pc:docMk/>
              <pc:sldMasterMk cId="240442197" sldId="2147483678"/>
              <pc:sldLayoutMk cId="3381639730" sldId="2147483681"/>
              <ac:spMk id="14" creationId="{D0DA2D7A-E4A8-ABEA-EC9D-E7E027EBD578}"/>
            </ac:spMkLst>
          </pc:spChg>
          <pc:spChg chg="add">
            <ac:chgData name="riya singh" userId="7abd632d42337e32" providerId="LiveId" clId="{A2BB9560-E8EC-4498-9591-1BC8A0E3267C}" dt="2026-06-09T19:20:07.761" v="57"/>
            <ac:spMkLst>
              <pc:docMk/>
              <pc:sldMasterMk cId="240442197" sldId="2147483678"/>
              <pc:sldLayoutMk cId="3381639730" sldId="2147483681"/>
              <ac:spMk id="15" creationId="{6F1DDDA8-EA40-7797-C4FE-D121AA84D1B2}"/>
            </ac:spMkLst>
          </pc:spChg>
          <pc:grpChg chg="add">
            <ac:chgData name="riya singh" userId="7abd632d42337e32" providerId="LiveId" clId="{A2BB9560-E8EC-4498-9591-1BC8A0E3267C}" dt="2026-06-09T19:20:07.761" v="57"/>
            <ac:grpSpMkLst>
              <pc:docMk/>
              <pc:sldMasterMk cId="240442197" sldId="2147483678"/>
              <pc:sldLayoutMk cId="3381639730" sldId="2147483681"/>
              <ac:grpSpMk id="19" creationId="{64EC553B-BED4-0A48-0B99-21C3D1003CC1}"/>
            </ac:grpSpMkLst>
          </pc:grpChg>
        </pc:sldLayoutChg>
        <pc:sldLayoutChg chg="addSp">
          <pc:chgData name="riya singh" userId="7abd632d42337e32" providerId="LiveId" clId="{A2BB9560-E8EC-4498-9591-1BC8A0E3267C}" dt="2026-06-09T19:20:07.761" v="57"/>
          <pc:sldLayoutMkLst>
            <pc:docMk/>
            <pc:sldMasterMk cId="240442197" sldId="2147483678"/>
            <pc:sldLayoutMk cId="1163440629" sldId="2147483682"/>
          </pc:sldLayoutMkLst>
          <pc:spChg chg="add">
            <ac:chgData name="riya singh" userId="7abd632d42337e32" providerId="LiveId" clId="{A2BB9560-E8EC-4498-9591-1BC8A0E3267C}" dt="2026-06-09T19:20:07.761" v="57"/>
            <ac:spMkLst>
              <pc:docMk/>
              <pc:sldMasterMk cId="240442197" sldId="2147483678"/>
              <pc:sldLayoutMk cId="1163440629" sldId="2147483682"/>
              <ac:spMk id="8" creationId="{2DBAFBFD-14F7-07AF-9A84-3060AE71F3C0}"/>
            </ac:spMkLst>
          </pc:spChg>
          <pc:spChg chg="add">
            <ac:chgData name="riya singh" userId="7abd632d42337e32" providerId="LiveId" clId="{A2BB9560-E8EC-4498-9591-1BC8A0E3267C}" dt="2026-06-09T19:20:07.761" v="57"/>
            <ac:spMkLst>
              <pc:docMk/>
              <pc:sldMasterMk cId="240442197" sldId="2147483678"/>
              <pc:sldLayoutMk cId="1163440629" sldId="2147483682"/>
              <ac:spMk id="9" creationId="{9913B55A-D52B-E90F-BD02-5CEB30F7FE77}"/>
            </ac:spMkLst>
          </pc:spChg>
          <pc:spChg chg="add">
            <ac:chgData name="riya singh" userId="7abd632d42337e32" providerId="LiveId" clId="{A2BB9560-E8EC-4498-9591-1BC8A0E3267C}" dt="2026-06-09T19:20:07.761" v="57"/>
            <ac:spMkLst>
              <pc:docMk/>
              <pc:sldMasterMk cId="240442197" sldId="2147483678"/>
              <pc:sldLayoutMk cId="1163440629" sldId="2147483682"/>
              <ac:spMk id="10" creationId="{D4AA88E8-2DFD-6B51-00D7-9F41167FF045}"/>
            </ac:spMkLst>
          </pc:spChg>
          <pc:spChg chg="add">
            <ac:chgData name="riya singh" userId="7abd632d42337e32" providerId="LiveId" clId="{A2BB9560-E8EC-4498-9591-1BC8A0E3267C}" dt="2026-06-09T19:20:07.761" v="57"/>
            <ac:spMkLst>
              <pc:docMk/>
              <pc:sldMasterMk cId="240442197" sldId="2147483678"/>
              <pc:sldLayoutMk cId="1163440629" sldId="2147483682"/>
              <ac:spMk id="11" creationId="{E16DBD94-E368-1780-70FD-D2F6BE7C7DED}"/>
            </ac:spMkLst>
          </pc:spChg>
          <pc:spChg chg="add">
            <ac:chgData name="riya singh" userId="7abd632d42337e32" providerId="LiveId" clId="{A2BB9560-E8EC-4498-9591-1BC8A0E3267C}" dt="2026-06-09T19:20:07.761" v="57"/>
            <ac:spMkLst>
              <pc:docMk/>
              <pc:sldMasterMk cId="240442197" sldId="2147483678"/>
              <pc:sldLayoutMk cId="1163440629" sldId="2147483682"/>
              <ac:spMk id="12" creationId="{3905F02D-647B-9E6D-1514-141E7558400F}"/>
            </ac:spMkLst>
          </pc:spChg>
          <pc:spChg chg="add">
            <ac:chgData name="riya singh" userId="7abd632d42337e32" providerId="LiveId" clId="{A2BB9560-E8EC-4498-9591-1BC8A0E3267C}" dt="2026-06-09T19:20:07.761" v="57"/>
            <ac:spMkLst>
              <pc:docMk/>
              <pc:sldMasterMk cId="240442197" sldId="2147483678"/>
              <pc:sldLayoutMk cId="1163440629" sldId="2147483682"/>
              <ac:spMk id="19" creationId="{DE379ADD-D758-690D-4C27-68A8AFF3BB4F}"/>
            </ac:spMkLst>
          </pc:spChg>
          <pc:grpChg chg="add">
            <ac:chgData name="riya singh" userId="7abd632d42337e32" providerId="LiveId" clId="{A2BB9560-E8EC-4498-9591-1BC8A0E3267C}" dt="2026-06-09T19:20:07.761" v="57"/>
            <ac:grpSpMkLst>
              <pc:docMk/>
              <pc:sldMasterMk cId="240442197" sldId="2147483678"/>
              <pc:sldLayoutMk cId="1163440629" sldId="2147483682"/>
              <ac:grpSpMk id="13" creationId="{D358FC12-B0E2-D7BD-12CD-8CBB401B105C}"/>
            </ac:grpSpMkLst>
          </pc:grpChg>
          <pc:grpChg chg="add">
            <ac:chgData name="riya singh" userId="7abd632d42337e32" providerId="LiveId" clId="{A2BB9560-E8EC-4498-9591-1BC8A0E3267C}" dt="2026-06-09T19:20:07.761" v="57"/>
            <ac:grpSpMkLst>
              <pc:docMk/>
              <pc:sldMasterMk cId="240442197" sldId="2147483678"/>
              <pc:sldLayoutMk cId="1163440629" sldId="2147483682"/>
              <ac:grpSpMk id="16" creationId="{3F89D4FA-E12D-69C0-2CD9-AFADD5B6E76E}"/>
            </ac:grpSpMkLst>
          </pc:grpChg>
        </pc:sldLayoutChg>
        <pc:sldLayoutChg chg="addSp">
          <pc:chgData name="riya singh" userId="7abd632d42337e32" providerId="LiveId" clId="{A2BB9560-E8EC-4498-9591-1BC8A0E3267C}" dt="2026-06-09T19:20:07.761" v="57"/>
          <pc:sldLayoutMkLst>
            <pc:docMk/>
            <pc:sldMasterMk cId="240442197" sldId="2147483678"/>
            <pc:sldLayoutMk cId="1987965742" sldId="2147483683"/>
          </pc:sldLayoutMkLst>
          <pc:spChg chg="add">
            <ac:chgData name="riya singh" userId="7abd632d42337e32" providerId="LiveId" clId="{A2BB9560-E8EC-4498-9591-1BC8A0E3267C}" dt="2026-06-09T19:20:07.761" v="57"/>
            <ac:spMkLst>
              <pc:docMk/>
              <pc:sldMasterMk cId="240442197" sldId="2147483678"/>
              <pc:sldLayoutMk cId="1987965742" sldId="2147483683"/>
              <ac:spMk id="10" creationId="{BB73F7FC-3D5E-5C5D-B3F3-1A1C32381F10}"/>
            </ac:spMkLst>
          </pc:spChg>
          <pc:spChg chg="add">
            <ac:chgData name="riya singh" userId="7abd632d42337e32" providerId="LiveId" clId="{A2BB9560-E8EC-4498-9591-1BC8A0E3267C}" dt="2026-06-09T19:20:07.761" v="57"/>
            <ac:spMkLst>
              <pc:docMk/>
              <pc:sldMasterMk cId="240442197" sldId="2147483678"/>
              <pc:sldLayoutMk cId="1987965742" sldId="2147483683"/>
              <ac:spMk id="11" creationId="{2BBDC64A-7603-E9E5-CA4C-8C181F5A5924}"/>
            </ac:spMkLst>
          </pc:spChg>
          <pc:spChg chg="add">
            <ac:chgData name="riya singh" userId="7abd632d42337e32" providerId="LiveId" clId="{A2BB9560-E8EC-4498-9591-1BC8A0E3267C}" dt="2026-06-09T19:20:07.761" v="57"/>
            <ac:spMkLst>
              <pc:docMk/>
              <pc:sldMasterMk cId="240442197" sldId="2147483678"/>
              <pc:sldLayoutMk cId="1987965742" sldId="2147483683"/>
              <ac:spMk id="12" creationId="{E748DEE0-EAF2-2A3E-A467-06A527A9539E}"/>
            </ac:spMkLst>
          </pc:spChg>
          <pc:spChg chg="add">
            <ac:chgData name="riya singh" userId="7abd632d42337e32" providerId="LiveId" clId="{A2BB9560-E8EC-4498-9591-1BC8A0E3267C}" dt="2026-06-09T19:20:07.761" v="57"/>
            <ac:spMkLst>
              <pc:docMk/>
              <pc:sldMasterMk cId="240442197" sldId="2147483678"/>
              <pc:sldLayoutMk cId="1987965742" sldId="2147483683"/>
              <ac:spMk id="13" creationId="{B8A51B9C-3DE6-671C-FDAB-543A1E4F74DF}"/>
            </ac:spMkLst>
          </pc:spChg>
          <pc:spChg chg="add">
            <ac:chgData name="riya singh" userId="7abd632d42337e32" providerId="LiveId" clId="{A2BB9560-E8EC-4498-9591-1BC8A0E3267C}" dt="2026-06-09T19:20:07.761" v="57"/>
            <ac:spMkLst>
              <pc:docMk/>
              <pc:sldMasterMk cId="240442197" sldId="2147483678"/>
              <pc:sldLayoutMk cId="1987965742" sldId="2147483683"/>
              <ac:spMk id="14" creationId="{38FB9A03-1656-5BE9-DD1C-C4A274868652}"/>
            </ac:spMkLst>
          </pc:spChg>
          <pc:spChg chg="add">
            <ac:chgData name="riya singh" userId="7abd632d42337e32" providerId="LiveId" clId="{A2BB9560-E8EC-4498-9591-1BC8A0E3267C}" dt="2026-06-09T19:20:07.761" v="57"/>
            <ac:spMkLst>
              <pc:docMk/>
              <pc:sldMasterMk cId="240442197" sldId="2147483678"/>
              <pc:sldLayoutMk cId="1987965742" sldId="2147483683"/>
              <ac:spMk id="21" creationId="{CB54F7DF-A042-673B-D86B-EFAB93E63E3E}"/>
            </ac:spMkLst>
          </pc:spChg>
          <pc:grpChg chg="add">
            <ac:chgData name="riya singh" userId="7abd632d42337e32" providerId="LiveId" clId="{A2BB9560-E8EC-4498-9591-1BC8A0E3267C}" dt="2026-06-09T19:20:07.761" v="57"/>
            <ac:grpSpMkLst>
              <pc:docMk/>
              <pc:sldMasterMk cId="240442197" sldId="2147483678"/>
              <pc:sldLayoutMk cId="1987965742" sldId="2147483683"/>
              <ac:grpSpMk id="15" creationId="{DEEAAA3F-15F2-ABAA-B11B-CEEBFD028288}"/>
            </ac:grpSpMkLst>
          </pc:grpChg>
          <pc:grpChg chg="add">
            <ac:chgData name="riya singh" userId="7abd632d42337e32" providerId="LiveId" clId="{A2BB9560-E8EC-4498-9591-1BC8A0E3267C}" dt="2026-06-09T19:20:07.761" v="57"/>
            <ac:grpSpMkLst>
              <pc:docMk/>
              <pc:sldMasterMk cId="240442197" sldId="2147483678"/>
              <pc:sldLayoutMk cId="1987965742" sldId="2147483683"/>
              <ac:grpSpMk id="18" creationId="{75389B75-0C8B-9408-C62D-DE8AA0F90BB1}"/>
            </ac:grpSpMkLst>
          </pc:grpChg>
        </pc:sldLayoutChg>
        <pc:sldLayoutChg chg="addSp">
          <pc:chgData name="riya singh" userId="7abd632d42337e32" providerId="LiveId" clId="{A2BB9560-E8EC-4498-9591-1BC8A0E3267C}" dt="2026-06-09T19:20:07.761" v="57"/>
          <pc:sldLayoutMkLst>
            <pc:docMk/>
            <pc:sldMasterMk cId="240442197" sldId="2147483678"/>
            <pc:sldLayoutMk cId="1909594472" sldId="2147483684"/>
          </pc:sldLayoutMkLst>
          <pc:spChg chg="add">
            <ac:chgData name="riya singh" userId="7abd632d42337e32" providerId="LiveId" clId="{A2BB9560-E8EC-4498-9591-1BC8A0E3267C}" dt="2026-06-09T19:20:07.761" v="57"/>
            <ac:spMkLst>
              <pc:docMk/>
              <pc:sldMasterMk cId="240442197" sldId="2147483678"/>
              <pc:sldLayoutMk cId="1909594472" sldId="2147483684"/>
              <ac:spMk id="6" creationId="{F4B0CAE9-BCFE-BECF-9FA5-2E60472E9577}"/>
            </ac:spMkLst>
          </pc:spChg>
          <pc:spChg chg="add">
            <ac:chgData name="riya singh" userId="7abd632d42337e32" providerId="LiveId" clId="{A2BB9560-E8EC-4498-9591-1BC8A0E3267C}" dt="2026-06-09T19:20:07.761" v="57"/>
            <ac:spMkLst>
              <pc:docMk/>
              <pc:sldMasterMk cId="240442197" sldId="2147483678"/>
              <pc:sldLayoutMk cId="1909594472" sldId="2147483684"/>
              <ac:spMk id="7" creationId="{A316999C-8DA5-66AD-86CB-2F990002438A}"/>
            </ac:spMkLst>
          </pc:spChg>
          <pc:spChg chg="add">
            <ac:chgData name="riya singh" userId="7abd632d42337e32" providerId="LiveId" clId="{A2BB9560-E8EC-4498-9591-1BC8A0E3267C}" dt="2026-06-09T19:20:07.761" v="57"/>
            <ac:spMkLst>
              <pc:docMk/>
              <pc:sldMasterMk cId="240442197" sldId="2147483678"/>
              <pc:sldLayoutMk cId="1909594472" sldId="2147483684"/>
              <ac:spMk id="8" creationId="{5F61A700-C334-1015-3345-7E02EA47543B}"/>
            </ac:spMkLst>
          </pc:spChg>
          <pc:spChg chg="add">
            <ac:chgData name="riya singh" userId="7abd632d42337e32" providerId="LiveId" clId="{A2BB9560-E8EC-4498-9591-1BC8A0E3267C}" dt="2026-06-09T19:20:07.761" v="57"/>
            <ac:spMkLst>
              <pc:docMk/>
              <pc:sldMasterMk cId="240442197" sldId="2147483678"/>
              <pc:sldLayoutMk cId="1909594472" sldId="2147483684"/>
              <ac:spMk id="9" creationId="{CDB76678-0390-F174-4CE8-3970276D1338}"/>
            </ac:spMkLst>
          </pc:spChg>
          <pc:spChg chg="add">
            <ac:chgData name="riya singh" userId="7abd632d42337e32" providerId="LiveId" clId="{A2BB9560-E8EC-4498-9591-1BC8A0E3267C}" dt="2026-06-09T19:20:07.761" v="57"/>
            <ac:spMkLst>
              <pc:docMk/>
              <pc:sldMasterMk cId="240442197" sldId="2147483678"/>
              <pc:sldLayoutMk cId="1909594472" sldId="2147483684"/>
              <ac:spMk id="10" creationId="{9CAF0AD4-4A3E-2FC1-0858-13F11D79BBF5}"/>
            </ac:spMkLst>
          </pc:spChg>
          <pc:spChg chg="add">
            <ac:chgData name="riya singh" userId="7abd632d42337e32" providerId="LiveId" clId="{A2BB9560-E8EC-4498-9591-1BC8A0E3267C}" dt="2026-06-09T19:20:07.761" v="57"/>
            <ac:spMkLst>
              <pc:docMk/>
              <pc:sldMasterMk cId="240442197" sldId="2147483678"/>
              <pc:sldLayoutMk cId="1909594472" sldId="2147483684"/>
              <ac:spMk id="17" creationId="{5ACBE75F-7202-2525-B84C-502112840DE8}"/>
            </ac:spMkLst>
          </pc:spChg>
          <pc:grpChg chg="add">
            <ac:chgData name="riya singh" userId="7abd632d42337e32" providerId="LiveId" clId="{A2BB9560-E8EC-4498-9591-1BC8A0E3267C}" dt="2026-06-09T19:20:07.761" v="57"/>
            <ac:grpSpMkLst>
              <pc:docMk/>
              <pc:sldMasterMk cId="240442197" sldId="2147483678"/>
              <pc:sldLayoutMk cId="1909594472" sldId="2147483684"/>
              <ac:grpSpMk id="11" creationId="{E73BB7E1-F9E3-6D18-ACD1-858F72E653B3}"/>
            </ac:grpSpMkLst>
          </pc:grpChg>
          <pc:grpChg chg="add">
            <ac:chgData name="riya singh" userId="7abd632d42337e32" providerId="LiveId" clId="{A2BB9560-E8EC-4498-9591-1BC8A0E3267C}" dt="2026-06-09T19:20:07.761" v="57"/>
            <ac:grpSpMkLst>
              <pc:docMk/>
              <pc:sldMasterMk cId="240442197" sldId="2147483678"/>
              <pc:sldLayoutMk cId="1909594472" sldId="2147483684"/>
              <ac:grpSpMk id="14" creationId="{18EC2ED9-1EF7-1266-2569-3DC2007BB8E9}"/>
            </ac:grpSpMkLst>
          </pc:grpChg>
        </pc:sldLayoutChg>
        <pc:sldLayoutChg chg="addSp">
          <pc:chgData name="riya singh" userId="7abd632d42337e32" providerId="LiveId" clId="{A2BB9560-E8EC-4498-9591-1BC8A0E3267C}" dt="2026-06-09T19:20:07.761" v="57"/>
          <pc:sldLayoutMkLst>
            <pc:docMk/>
            <pc:sldMasterMk cId="240442197" sldId="2147483678"/>
            <pc:sldLayoutMk cId="531744795" sldId="2147483685"/>
          </pc:sldLayoutMkLst>
          <pc:spChg chg="add">
            <ac:chgData name="riya singh" userId="7abd632d42337e32" providerId="LiveId" clId="{A2BB9560-E8EC-4498-9591-1BC8A0E3267C}" dt="2026-06-09T19:20:07.761" v="57"/>
            <ac:spMkLst>
              <pc:docMk/>
              <pc:sldMasterMk cId="240442197" sldId="2147483678"/>
              <pc:sldLayoutMk cId="531744795" sldId="2147483685"/>
              <ac:spMk id="5" creationId="{2356031D-B3D7-6B1E-BCDF-D19D1C339069}"/>
            </ac:spMkLst>
          </pc:spChg>
          <pc:spChg chg="add">
            <ac:chgData name="riya singh" userId="7abd632d42337e32" providerId="LiveId" clId="{A2BB9560-E8EC-4498-9591-1BC8A0E3267C}" dt="2026-06-09T19:20:07.761" v="57"/>
            <ac:spMkLst>
              <pc:docMk/>
              <pc:sldMasterMk cId="240442197" sldId="2147483678"/>
              <pc:sldLayoutMk cId="531744795" sldId="2147483685"/>
              <ac:spMk id="6" creationId="{C9E704CF-30BA-1442-7837-EE4F9DACECDF}"/>
            </ac:spMkLst>
          </pc:spChg>
          <pc:spChg chg="add">
            <ac:chgData name="riya singh" userId="7abd632d42337e32" providerId="LiveId" clId="{A2BB9560-E8EC-4498-9591-1BC8A0E3267C}" dt="2026-06-09T19:20:07.761" v="57"/>
            <ac:spMkLst>
              <pc:docMk/>
              <pc:sldMasterMk cId="240442197" sldId="2147483678"/>
              <pc:sldLayoutMk cId="531744795" sldId="2147483685"/>
              <ac:spMk id="7" creationId="{9D9A3936-47B0-5571-EDFC-D8F0579A0524}"/>
            </ac:spMkLst>
          </pc:spChg>
          <pc:spChg chg="add">
            <ac:chgData name="riya singh" userId="7abd632d42337e32" providerId="LiveId" clId="{A2BB9560-E8EC-4498-9591-1BC8A0E3267C}" dt="2026-06-09T19:20:07.761" v="57"/>
            <ac:spMkLst>
              <pc:docMk/>
              <pc:sldMasterMk cId="240442197" sldId="2147483678"/>
              <pc:sldLayoutMk cId="531744795" sldId="2147483685"/>
              <ac:spMk id="8" creationId="{EB9145DA-709A-C30A-C237-2D073518EAC8}"/>
            </ac:spMkLst>
          </pc:spChg>
          <pc:spChg chg="add">
            <ac:chgData name="riya singh" userId="7abd632d42337e32" providerId="LiveId" clId="{A2BB9560-E8EC-4498-9591-1BC8A0E3267C}" dt="2026-06-09T19:20:07.761" v="57"/>
            <ac:spMkLst>
              <pc:docMk/>
              <pc:sldMasterMk cId="240442197" sldId="2147483678"/>
              <pc:sldLayoutMk cId="531744795" sldId="2147483685"/>
              <ac:spMk id="9" creationId="{5F211A0F-C2C9-0027-5E20-E3F0117ADD26}"/>
            </ac:spMkLst>
          </pc:spChg>
          <pc:spChg chg="add">
            <ac:chgData name="riya singh" userId="7abd632d42337e32" providerId="LiveId" clId="{A2BB9560-E8EC-4498-9591-1BC8A0E3267C}" dt="2026-06-09T19:20:07.761" v="57"/>
            <ac:spMkLst>
              <pc:docMk/>
              <pc:sldMasterMk cId="240442197" sldId="2147483678"/>
              <pc:sldLayoutMk cId="531744795" sldId="2147483685"/>
              <ac:spMk id="13" creationId="{3F5C287B-EF76-8E7D-AC5C-299570239C13}"/>
            </ac:spMkLst>
          </pc:spChg>
          <pc:grpChg chg="add">
            <ac:chgData name="riya singh" userId="7abd632d42337e32" providerId="LiveId" clId="{A2BB9560-E8EC-4498-9591-1BC8A0E3267C}" dt="2026-06-09T19:20:07.761" v="57"/>
            <ac:grpSpMkLst>
              <pc:docMk/>
              <pc:sldMasterMk cId="240442197" sldId="2147483678"/>
              <pc:sldLayoutMk cId="531744795" sldId="2147483685"/>
              <ac:grpSpMk id="10" creationId="{0C3F999C-2A67-3277-5642-284F47494687}"/>
            </ac:grpSpMkLst>
          </pc:grpChg>
        </pc:sldLayoutChg>
        <pc:sldLayoutChg chg="addSp">
          <pc:chgData name="riya singh" userId="7abd632d42337e32" providerId="LiveId" clId="{A2BB9560-E8EC-4498-9591-1BC8A0E3267C}" dt="2026-06-09T19:20:07.761" v="57"/>
          <pc:sldLayoutMkLst>
            <pc:docMk/>
            <pc:sldMasterMk cId="240442197" sldId="2147483678"/>
            <pc:sldLayoutMk cId="1227906572" sldId="2147483686"/>
          </pc:sldLayoutMkLst>
          <pc:spChg chg="add">
            <ac:chgData name="riya singh" userId="7abd632d42337e32" providerId="LiveId" clId="{A2BB9560-E8EC-4498-9591-1BC8A0E3267C}" dt="2026-06-09T19:20:07.761" v="57"/>
            <ac:spMkLst>
              <pc:docMk/>
              <pc:sldMasterMk cId="240442197" sldId="2147483678"/>
              <pc:sldLayoutMk cId="1227906572" sldId="2147483686"/>
              <ac:spMk id="8" creationId="{C5BCD05A-7CAD-9AAA-860E-0129C25EF6F7}"/>
            </ac:spMkLst>
          </pc:spChg>
          <pc:spChg chg="add">
            <ac:chgData name="riya singh" userId="7abd632d42337e32" providerId="LiveId" clId="{A2BB9560-E8EC-4498-9591-1BC8A0E3267C}" dt="2026-06-09T19:20:07.761" v="57"/>
            <ac:spMkLst>
              <pc:docMk/>
              <pc:sldMasterMk cId="240442197" sldId="2147483678"/>
              <pc:sldLayoutMk cId="1227906572" sldId="2147483686"/>
              <ac:spMk id="9" creationId="{B9003185-D522-1F20-1EBF-BE9FCBCF4B41}"/>
            </ac:spMkLst>
          </pc:spChg>
          <pc:spChg chg="add">
            <ac:chgData name="riya singh" userId="7abd632d42337e32" providerId="LiveId" clId="{A2BB9560-E8EC-4498-9591-1BC8A0E3267C}" dt="2026-06-09T19:20:07.761" v="57"/>
            <ac:spMkLst>
              <pc:docMk/>
              <pc:sldMasterMk cId="240442197" sldId="2147483678"/>
              <pc:sldLayoutMk cId="1227906572" sldId="2147483686"/>
              <ac:spMk id="10" creationId="{EC6A241F-63F1-AFBE-1D1B-5651ABC6198C}"/>
            </ac:spMkLst>
          </pc:spChg>
          <pc:spChg chg="add">
            <ac:chgData name="riya singh" userId="7abd632d42337e32" providerId="LiveId" clId="{A2BB9560-E8EC-4498-9591-1BC8A0E3267C}" dt="2026-06-09T19:20:07.761" v="57"/>
            <ac:spMkLst>
              <pc:docMk/>
              <pc:sldMasterMk cId="240442197" sldId="2147483678"/>
              <pc:sldLayoutMk cId="1227906572" sldId="2147483686"/>
              <ac:spMk id="11" creationId="{F8C1A620-CC5D-5210-1E90-282F1A9D9151}"/>
            </ac:spMkLst>
          </pc:spChg>
          <pc:spChg chg="add">
            <ac:chgData name="riya singh" userId="7abd632d42337e32" providerId="LiveId" clId="{A2BB9560-E8EC-4498-9591-1BC8A0E3267C}" dt="2026-06-09T19:20:07.761" v="57"/>
            <ac:spMkLst>
              <pc:docMk/>
              <pc:sldMasterMk cId="240442197" sldId="2147483678"/>
              <pc:sldLayoutMk cId="1227906572" sldId="2147483686"/>
              <ac:spMk id="12" creationId="{6BA72126-6909-135C-C8C5-630B72DD9AEE}"/>
            </ac:spMkLst>
          </pc:spChg>
          <pc:spChg chg="add">
            <ac:chgData name="riya singh" userId="7abd632d42337e32" providerId="LiveId" clId="{A2BB9560-E8EC-4498-9591-1BC8A0E3267C}" dt="2026-06-09T19:20:07.761" v="57"/>
            <ac:spMkLst>
              <pc:docMk/>
              <pc:sldMasterMk cId="240442197" sldId="2147483678"/>
              <pc:sldLayoutMk cId="1227906572" sldId="2147483686"/>
              <ac:spMk id="19" creationId="{C98E4575-28AE-BA16-208C-27594F5B72BA}"/>
            </ac:spMkLst>
          </pc:spChg>
          <pc:grpChg chg="add">
            <ac:chgData name="riya singh" userId="7abd632d42337e32" providerId="LiveId" clId="{A2BB9560-E8EC-4498-9591-1BC8A0E3267C}" dt="2026-06-09T19:20:07.761" v="57"/>
            <ac:grpSpMkLst>
              <pc:docMk/>
              <pc:sldMasterMk cId="240442197" sldId="2147483678"/>
              <pc:sldLayoutMk cId="1227906572" sldId="2147483686"/>
              <ac:grpSpMk id="13" creationId="{0C6DABDD-2605-3CDE-FFC8-00ED8F87E9A0}"/>
            </ac:grpSpMkLst>
          </pc:grpChg>
          <pc:grpChg chg="add">
            <ac:chgData name="riya singh" userId="7abd632d42337e32" providerId="LiveId" clId="{A2BB9560-E8EC-4498-9591-1BC8A0E3267C}" dt="2026-06-09T19:20:07.761" v="57"/>
            <ac:grpSpMkLst>
              <pc:docMk/>
              <pc:sldMasterMk cId="240442197" sldId="2147483678"/>
              <pc:sldLayoutMk cId="1227906572" sldId="2147483686"/>
              <ac:grpSpMk id="16" creationId="{634F1A05-62E3-3260-037C-159418235C61}"/>
            </ac:grpSpMkLst>
          </pc:grpChg>
        </pc:sldLayoutChg>
        <pc:sldLayoutChg chg="addSp">
          <pc:chgData name="riya singh" userId="7abd632d42337e32" providerId="LiveId" clId="{A2BB9560-E8EC-4498-9591-1BC8A0E3267C}" dt="2026-06-09T19:20:07.761" v="57"/>
          <pc:sldLayoutMkLst>
            <pc:docMk/>
            <pc:sldMasterMk cId="240442197" sldId="2147483678"/>
            <pc:sldLayoutMk cId="3651385879" sldId="2147483687"/>
          </pc:sldLayoutMkLst>
          <pc:spChg chg="add">
            <ac:chgData name="riya singh" userId="7abd632d42337e32" providerId="LiveId" clId="{A2BB9560-E8EC-4498-9591-1BC8A0E3267C}" dt="2026-06-09T19:20:07.761" v="57"/>
            <ac:spMkLst>
              <pc:docMk/>
              <pc:sldMasterMk cId="240442197" sldId="2147483678"/>
              <pc:sldLayoutMk cId="3651385879" sldId="2147483687"/>
              <ac:spMk id="8" creationId="{38E8EF04-1288-8E93-A006-0A9CE3E1DEC5}"/>
            </ac:spMkLst>
          </pc:spChg>
          <pc:spChg chg="add">
            <ac:chgData name="riya singh" userId="7abd632d42337e32" providerId="LiveId" clId="{A2BB9560-E8EC-4498-9591-1BC8A0E3267C}" dt="2026-06-09T19:20:07.761" v="57"/>
            <ac:spMkLst>
              <pc:docMk/>
              <pc:sldMasterMk cId="240442197" sldId="2147483678"/>
              <pc:sldLayoutMk cId="3651385879" sldId="2147483687"/>
              <ac:spMk id="9" creationId="{49057B2C-5E7A-A7DA-B3EF-8F33FDF07EF9}"/>
            </ac:spMkLst>
          </pc:spChg>
          <pc:spChg chg="add">
            <ac:chgData name="riya singh" userId="7abd632d42337e32" providerId="LiveId" clId="{A2BB9560-E8EC-4498-9591-1BC8A0E3267C}" dt="2026-06-09T19:20:07.761" v="57"/>
            <ac:spMkLst>
              <pc:docMk/>
              <pc:sldMasterMk cId="240442197" sldId="2147483678"/>
              <pc:sldLayoutMk cId="3651385879" sldId="2147483687"/>
              <ac:spMk id="10" creationId="{F98912C3-539C-BF08-FB2A-AFDF1E38CB21}"/>
            </ac:spMkLst>
          </pc:spChg>
          <pc:spChg chg="add">
            <ac:chgData name="riya singh" userId="7abd632d42337e32" providerId="LiveId" clId="{A2BB9560-E8EC-4498-9591-1BC8A0E3267C}" dt="2026-06-09T19:20:07.761" v="57"/>
            <ac:spMkLst>
              <pc:docMk/>
              <pc:sldMasterMk cId="240442197" sldId="2147483678"/>
              <pc:sldLayoutMk cId="3651385879" sldId="2147483687"/>
              <ac:spMk id="11" creationId="{0125E035-BC33-1EB5-C5FF-4DE787FB17F1}"/>
            </ac:spMkLst>
          </pc:spChg>
          <pc:spChg chg="add">
            <ac:chgData name="riya singh" userId="7abd632d42337e32" providerId="LiveId" clId="{A2BB9560-E8EC-4498-9591-1BC8A0E3267C}" dt="2026-06-09T19:20:07.761" v="57"/>
            <ac:spMkLst>
              <pc:docMk/>
              <pc:sldMasterMk cId="240442197" sldId="2147483678"/>
              <pc:sldLayoutMk cId="3651385879" sldId="2147483687"/>
              <ac:spMk id="12" creationId="{0884483D-38EE-E893-16CE-57CACD5D0E12}"/>
            </ac:spMkLst>
          </pc:spChg>
          <pc:spChg chg="add">
            <ac:chgData name="riya singh" userId="7abd632d42337e32" providerId="LiveId" clId="{A2BB9560-E8EC-4498-9591-1BC8A0E3267C}" dt="2026-06-09T19:20:07.761" v="57"/>
            <ac:spMkLst>
              <pc:docMk/>
              <pc:sldMasterMk cId="240442197" sldId="2147483678"/>
              <pc:sldLayoutMk cId="3651385879" sldId="2147483687"/>
              <ac:spMk id="19" creationId="{F69E525F-2D11-E393-BAF9-0DDA81C699D7}"/>
            </ac:spMkLst>
          </pc:spChg>
          <pc:grpChg chg="add">
            <ac:chgData name="riya singh" userId="7abd632d42337e32" providerId="LiveId" clId="{A2BB9560-E8EC-4498-9591-1BC8A0E3267C}" dt="2026-06-09T19:20:07.761" v="57"/>
            <ac:grpSpMkLst>
              <pc:docMk/>
              <pc:sldMasterMk cId="240442197" sldId="2147483678"/>
              <pc:sldLayoutMk cId="3651385879" sldId="2147483687"/>
              <ac:grpSpMk id="13" creationId="{D7C6BF4C-C3ED-853D-A721-15517F9B9450}"/>
            </ac:grpSpMkLst>
          </pc:grpChg>
          <pc:grpChg chg="add">
            <ac:chgData name="riya singh" userId="7abd632d42337e32" providerId="LiveId" clId="{A2BB9560-E8EC-4498-9591-1BC8A0E3267C}" dt="2026-06-09T19:20:07.761" v="57"/>
            <ac:grpSpMkLst>
              <pc:docMk/>
              <pc:sldMasterMk cId="240442197" sldId="2147483678"/>
              <pc:sldLayoutMk cId="3651385879" sldId="2147483687"/>
              <ac:grpSpMk id="16" creationId="{A829B8AC-C529-C492-ED93-45DFC56C7AE6}"/>
            </ac:grpSpMkLst>
          </pc:grpChg>
        </pc:sldLayoutChg>
      </pc:sldMasterChg>
      <pc:sldMasterChg chg="addSp modSldLayout">
        <pc:chgData name="riya singh" userId="7abd632d42337e32" providerId="LiveId" clId="{A2BB9560-E8EC-4498-9591-1BC8A0E3267C}" dt="2026-06-09T19:20:10.224" v="59"/>
        <pc:sldMasterMkLst>
          <pc:docMk/>
          <pc:sldMasterMk cId="1619549735" sldId="2147483692"/>
        </pc:sldMasterMkLst>
        <pc:spChg chg="add">
          <ac:chgData name="riya singh" userId="7abd632d42337e32" providerId="LiveId" clId="{A2BB9560-E8EC-4498-9591-1BC8A0E3267C}" dt="2026-06-09T19:20:10.224" v="59"/>
          <ac:spMkLst>
            <pc:docMk/>
            <pc:sldMasterMk cId="1619549735" sldId="2147483692"/>
            <ac:spMk id="8" creationId="{D5B54450-8B0C-7D99-BC4C-82DDA9E16552}"/>
          </ac:spMkLst>
        </pc:spChg>
        <pc:spChg chg="add">
          <ac:chgData name="riya singh" userId="7abd632d42337e32" providerId="LiveId" clId="{A2BB9560-E8EC-4498-9591-1BC8A0E3267C}" dt="2026-06-09T19:20:10.224" v="59"/>
          <ac:spMkLst>
            <pc:docMk/>
            <pc:sldMasterMk cId="1619549735" sldId="2147483692"/>
            <ac:spMk id="9" creationId="{91FBE52C-8F94-4EE8-20E5-76BD78F21EE4}"/>
          </ac:spMkLst>
        </pc:spChg>
        <pc:spChg chg="add">
          <ac:chgData name="riya singh" userId="7abd632d42337e32" providerId="LiveId" clId="{A2BB9560-E8EC-4498-9591-1BC8A0E3267C}" dt="2026-06-09T19:20:10.224" v="59"/>
          <ac:spMkLst>
            <pc:docMk/>
            <pc:sldMasterMk cId="1619549735" sldId="2147483692"/>
            <ac:spMk id="10" creationId="{B97063F9-86CE-CDE5-8955-C61D404704EC}"/>
          </ac:spMkLst>
        </pc:spChg>
        <pc:spChg chg="add">
          <ac:chgData name="riya singh" userId="7abd632d42337e32" providerId="LiveId" clId="{A2BB9560-E8EC-4498-9591-1BC8A0E3267C}" dt="2026-06-09T19:20:10.224" v="59"/>
          <ac:spMkLst>
            <pc:docMk/>
            <pc:sldMasterMk cId="1619549735" sldId="2147483692"/>
            <ac:spMk id="11" creationId="{5E46E86F-C0C7-B396-065F-35D47EE7E96D}"/>
          </ac:spMkLst>
        </pc:spChg>
        <pc:spChg chg="add">
          <ac:chgData name="riya singh" userId="7abd632d42337e32" providerId="LiveId" clId="{A2BB9560-E8EC-4498-9591-1BC8A0E3267C}" dt="2026-06-09T19:20:10.224" v="59"/>
          <ac:spMkLst>
            <pc:docMk/>
            <pc:sldMasterMk cId="1619549735" sldId="2147483692"/>
            <ac:spMk id="12" creationId="{7AE70344-B473-3B61-6583-8E48FA74D6A8}"/>
          </ac:spMkLst>
        </pc:spChg>
        <pc:spChg chg="add">
          <ac:chgData name="riya singh" userId="7abd632d42337e32" providerId="LiveId" clId="{A2BB9560-E8EC-4498-9591-1BC8A0E3267C}" dt="2026-06-09T19:20:10.224" v="59"/>
          <ac:spMkLst>
            <pc:docMk/>
            <pc:sldMasterMk cId="1619549735" sldId="2147483692"/>
            <ac:spMk id="13" creationId="{D6D41752-F880-AC27-D28C-081EC995C818}"/>
          </ac:spMkLst>
        </pc:spChg>
        <pc:spChg chg="add">
          <ac:chgData name="riya singh" userId="7abd632d42337e32" providerId="LiveId" clId="{A2BB9560-E8EC-4498-9591-1BC8A0E3267C}" dt="2026-06-09T19:20:10.224" v="59"/>
          <ac:spMkLst>
            <pc:docMk/>
            <pc:sldMasterMk cId="1619549735" sldId="2147483692"/>
            <ac:spMk id="30" creationId="{D9BBE401-DC56-88F1-89FC-61D90BCADEBE}"/>
          </ac:spMkLst>
        </pc:spChg>
        <pc:spChg chg="add">
          <ac:chgData name="riya singh" userId="7abd632d42337e32" providerId="LiveId" clId="{A2BB9560-E8EC-4498-9591-1BC8A0E3267C}" dt="2026-06-09T19:20:10.224" v="59"/>
          <ac:spMkLst>
            <pc:docMk/>
            <pc:sldMasterMk cId="1619549735" sldId="2147483692"/>
            <ac:spMk id="31" creationId="{1A974976-13D8-DF3B-712F-41811674C904}"/>
          </ac:spMkLst>
        </pc:spChg>
        <pc:grpChg chg="add">
          <ac:chgData name="riya singh" userId="7abd632d42337e32" providerId="LiveId" clId="{A2BB9560-E8EC-4498-9591-1BC8A0E3267C}" dt="2026-06-09T19:20:10.224" v="59"/>
          <ac:grpSpMkLst>
            <pc:docMk/>
            <pc:sldMasterMk cId="1619549735" sldId="2147483692"/>
            <ac:grpSpMk id="14" creationId="{EA4B88FF-8A06-EF1C-C503-E0CD38026901}"/>
          </ac:grpSpMkLst>
        </pc:grpChg>
        <pc:grpChg chg="add">
          <ac:chgData name="riya singh" userId="7abd632d42337e32" providerId="LiveId" clId="{A2BB9560-E8EC-4498-9591-1BC8A0E3267C}" dt="2026-06-09T19:20:10.224" v="59"/>
          <ac:grpSpMkLst>
            <pc:docMk/>
            <pc:sldMasterMk cId="1619549735" sldId="2147483692"/>
            <ac:grpSpMk id="17" creationId="{C9B4A0C7-4073-1CBA-3CDD-C9FADD4FB9E3}"/>
          </ac:grpSpMkLst>
        </pc:grpChg>
        <pc:sldLayoutChg chg="addSp">
          <pc:chgData name="riya singh" userId="7abd632d42337e32" providerId="LiveId" clId="{A2BB9560-E8EC-4498-9591-1BC8A0E3267C}" dt="2026-06-09T19:20:10.224" v="59"/>
          <pc:sldLayoutMkLst>
            <pc:docMk/>
            <pc:sldMasterMk cId="1619549735" sldId="2147483692"/>
            <pc:sldLayoutMk cId="3090432092" sldId="2147483693"/>
          </pc:sldLayoutMkLst>
          <pc:spChg chg="add">
            <ac:chgData name="riya singh" userId="7abd632d42337e32" providerId="LiveId" clId="{A2BB9560-E8EC-4498-9591-1BC8A0E3267C}" dt="2026-06-09T19:20:10.224" v="59"/>
            <ac:spMkLst>
              <pc:docMk/>
              <pc:sldMasterMk cId="1619549735" sldId="2147483692"/>
              <pc:sldLayoutMk cId="3090432092" sldId="2147483693"/>
              <ac:spMk id="8" creationId="{A742E455-ED5D-4A0F-7A72-FF1D0E676FCE}"/>
            </ac:spMkLst>
          </pc:spChg>
          <pc:grpChg chg="add">
            <ac:chgData name="riya singh" userId="7abd632d42337e32" providerId="LiveId" clId="{A2BB9560-E8EC-4498-9591-1BC8A0E3267C}" dt="2026-06-09T19:20:10.224" v="59"/>
            <ac:grpSpMkLst>
              <pc:docMk/>
              <pc:sldMasterMk cId="1619549735" sldId="2147483692"/>
              <pc:sldLayoutMk cId="3090432092" sldId="2147483693"/>
              <ac:grpSpMk id="9" creationId="{D79F1283-3C92-576D-10CA-965B42A6EE49}"/>
            </ac:grpSpMkLst>
          </pc:grpChg>
        </pc:sldLayoutChg>
        <pc:sldLayoutChg chg="addSp">
          <pc:chgData name="riya singh" userId="7abd632d42337e32" providerId="LiveId" clId="{A2BB9560-E8EC-4498-9591-1BC8A0E3267C}" dt="2026-06-09T19:20:10.224" v="59"/>
          <pc:sldLayoutMkLst>
            <pc:docMk/>
            <pc:sldMasterMk cId="1619549735" sldId="2147483692"/>
            <pc:sldLayoutMk cId="1983313778" sldId="2147483694"/>
          </pc:sldLayoutMkLst>
          <pc:spChg chg="add">
            <ac:chgData name="riya singh" userId="7abd632d42337e32" providerId="LiveId" clId="{A2BB9560-E8EC-4498-9591-1BC8A0E3267C}" dt="2026-06-09T19:20:10.224" v="59"/>
            <ac:spMkLst>
              <pc:docMk/>
              <pc:sldMasterMk cId="1619549735" sldId="2147483692"/>
              <pc:sldLayoutMk cId="1983313778" sldId="2147483694"/>
              <ac:spMk id="7" creationId="{46B617FC-4DFB-EE0B-6CA3-72F0B81A8B2A}"/>
            </ac:spMkLst>
          </pc:spChg>
          <pc:spChg chg="add">
            <ac:chgData name="riya singh" userId="7abd632d42337e32" providerId="LiveId" clId="{A2BB9560-E8EC-4498-9591-1BC8A0E3267C}" dt="2026-06-09T19:20:10.224" v="59"/>
            <ac:spMkLst>
              <pc:docMk/>
              <pc:sldMasterMk cId="1619549735" sldId="2147483692"/>
              <pc:sldLayoutMk cId="1983313778" sldId="2147483694"/>
              <ac:spMk id="8" creationId="{92FDBC6D-81E7-C379-6B13-45ED0683FFB3}"/>
            </ac:spMkLst>
          </pc:spChg>
          <pc:spChg chg="add">
            <ac:chgData name="riya singh" userId="7abd632d42337e32" providerId="LiveId" clId="{A2BB9560-E8EC-4498-9591-1BC8A0E3267C}" dt="2026-06-09T19:20:10.224" v="59"/>
            <ac:spMkLst>
              <pc:docMk/>
              <pc:sldMasterMk cId="1619549735" sldId="2147483692"/>
              <pc:sldLayoutMk cId="1983313778" sldId="2147483694"/>
              <ac:spMk id="9" creationId="{0A8E3CD3-0CB9-8695-287A-39AD6883579B}"/>
            </ac:spMkLst>
          </pc:spChg>
          <pc:spChg chg="add">
            <ac:chgData name="riya singh" userId="7abd632d42337e32" providerId="LiveId" clId="{A2BB9560-E8EC-4498-9591-1BC8A0E3267C}" dt="2026-06-09T19:20:10.224" v="59"/>
            <ac:spMkLst>
              <pc:docMk/>
              <pc:sldMasterMk cId="1619549735" sldId="2147483692"/>
              <pc:sldLayoutMk cId="1983313778" sldId="2147483694"/>
              <ac:spMk id="10" creationId="{841F7041-20BB-18D7-3FF9-E401EA3C73FD}"/>
            </ac:spMkLst>
          </pc:spChg>
          <pc:spChg chg="add">
            <ac:chgData name="riya singh" userId="7abd632d42337e32" providerId="LiveId" clId="{A2BB9560-E8EC-4498-9591-1BC8A0E3267C}" dt="2026-06-09T19:20:10.224" v="59"/>
            <ac:spMkLst>
              <pc:docMk/>
              <pc:sldMasterMk cId="1619549735" sldId="2147483692"/>
              <pc:sldLayoutMk cId="1983313778" sldId="2147483694"/>
              <ac:spMk id="11" creationId="{B30777D6-0842-D09A-C1AD-18C712F190AC}"/>
            </ac:spMkLst>
          </pc:spChg>
          <pc:spChg chg="add">
            <ac:chgData name="riya singh" userId="7abd632d42337e32" providerId="LiveId" clId="{A2BB9560-E8EC-4498-9591-1BC8A0E3267C}" dt="2026-06-09T19:20:10.224" v="59"/>
            <ac:spMkLst>
              <pc:docMk/>
              <pc:sldMasterMk cId="1619549735" sldId="2147483692"/>
              <pc:sldLayoutMk cId="1983313778" sldId="2147483694"/>
              <ac:spMk id="18" creationId="{011902C8-9F96-BD9A-9C6A-8C5D5AFB0D85}"/>
            </ac:spMkLst>
          </pc:spChg>
          <pc:grpChg chg="add">
            <ac:chgData name="riya singh" userId="7abd632d42337e32" providerId="LiveId" clId="{A2BB9560-E8EC-4498-9591-1BC8A0E3267C}" dt="2026-06-09T19:20:10.224" v="59"/>
            <ac:grpSpMkLst>
              <pc:docMk/>
              <pc:sldMasterMk cId="1619549735" sldId="2147483692"/>
              <pc:sldLayoutMk cId="1983313778" sldId="2147483694"/>
              <ac:grpSpMk id="12" creationId="{6D71E3AE-CFC4-8F13-0BC3-06C17543300D}"/>
            </ac:grpSpMkLst>
          </pc:grpChg>
          <pc:grpChg chg="add">
            <ac:chgData name="riya singh" userId="7abd632d42337e32" providerId="LiveId" clId="{A2BB9560-E8EC-4498-9591-1BC8A0E3267C}" dt="2026-06-09T19:20:10.224" v="59"/>
            <ac:grpSpMkLst>
              <pc:docMk/>
              <pc:sldMasterMk cId="1619549735" sldId="2147483692"/>
              <pc:sldLayoutMk cId="1983313778" sldId="2147483694"/>
              <ac:grpSpMk id="15" creationId="{20579068-2D04-9DFE-A3CE-D5DBB2A2E59E}"/>
            </ac:grpSpMkLst>
          </pc:grpChg>
        </pc:sldLayoutChg>
        <pc:sldLayoutChg chg="addSp">
          <pc:chgData name="riya singh" userId="7abd632d42337e32" providerId="LiveId" clId="{A2BB9560-E8EC-4498-9591-1BC8A0E3267C}" dt="2026-06-09T19:20:10.224" v="59"/>
          <pc:sldLayoutMkLst>
            <pc:docMk/>
            <pc:sldMasterMk cId="1619549735" sldId="2147483692"/>
            <pc:sldLayoutMk cId="3096046909" sldId="2147483695"/>
          </pc:sldLayoutMkLst>
          <pc:spChg chg="add">
            <ac:chgData name="riya singh" userId="7abd632d42337e32" providerId="LiveId" clId="{A2BB9560-E8EC-4498-9591-1BC8A0E3267C}" dt="2026-06-09T19:20:10.224" v="59"/>
            <ac:spMkLst>
              <pc:docMk/>
              <pc:sldMasterMk cId="1619549735" sldId="2147483692"/>
              <pc:sldLayoutMk cId="3096046909" sldId="2147483695"/>
              <ac:spMk id="7" creationId="{D1455A40-21B7-1BE1-A379-157E5F91CA5D}"/>
            </ac:spMkLst>
          </pc:spChg>
          <pc:spChg chg="add">
            <ac:chgData name="riya singh" userId="7abd632d42337e32" providerId="LiveId" clId="{A2BB9560-E8EC-4498-9591-1BC8A0E3267C}" dt="2026-06-09T19:20:10.224" v="59"/>
            <ac:spMkLst>
              <pc:docMk/>
              <pc:sldMasterMk cId="1619549735" sldId="2147483692"/>
              <pc:sldLayoutMk cId="3096046909" sldId="2147483695"/>
              <ac:spMk id="8" creationId="{23CD4A18-B663-9A7A-1366-FB257E3E2D94}"/>
            </ac:spMkLst>
          </pc:spChg>
          <pc:spChg chg="add">
            <ac:chgData name="riya singh" userId="7abd632d42337e32" providerId="LiveId" clId="{A2BB9560-E8EC-4498-9591-1BC8A0E3267C}" dt="2026-06-09T19:20:10.224" v="59"/>
            <ac:spMkLst>
              <pc:docMk/>
              <pc:sldMasterMk cId="1619549735" sldId="2147483692"/>
              <pc:sldLayoutMk cId="3096046909" sldId="2147483695"/>
              <ac:spMk id="9" creationId="{52F19E06-8C33-3965-53C9-30362BD83BB7}"/>
            </ac:spMkLst>
          </pc:spChg>
          <pc:spChg chg="add">
            <ac:chgData name="riya singh" userId="7abd632d42337e32" providerId="LiveId" clId="{A2BB9560-E8EC-4498-9591-1BC8A0E3267C}" dt="2026-06-09T19:20:10.224" v="59"/>
            <ac:spMkLst>
              <pc:docMk/>
              <pc:sldMasterMk cId="1619549735" sldId="2147483692"/>
              <pc:sldLayoutMk cId="3096046909" sldId="2147483695"/>
              <ac:spMk id="10" creationId="{88C894B7-1219-A3E6-8076-9CD1C7C5DA31}"/>
            </ac:spMkLst>
          </pc:spChg>
          <pc:spChg chg="add">
            <ac:chgData name="riya singh" userId="7abd632d42337e32" providerId="LiveId" clId="{A2BB9560-E8EC-4498-9591-1BC8A0E3267C}" dt="2026-06-09T19:20:10.224" v="59"/>
            <ac:spMkLst>
              <pc:docMk/>
              <pc:sldMasterMk cId="1619549735" sldId="2147483692"/>
              <pc:sldLayoutMk cId="3096046909" sldId="2147483695"/>
              <ac:spMk id="11" creationId="{F1355FCE-1C36-7A5D-B119-A196B4FFE66A}"/>
            </ac:spMkLst>
          </pc:spChg>
          <pc:spChg chg="add">
            <ac:chgData name="riya singh" userId="7abd632d42337e32" providerId="LiveId" clId="{A2BB9560-E8EC-4498-9591-1BC8A0E3267C}" dt="2026-06-09T19:20:10.224" v="59"/>
            <ac:spMkLst>
              <pc:docMk/>
              <pc:sldMasterMk cId="1619549735" sldId="2147483692"/>
              <pc:sldLayoutMk cId="3096046909" sldId="2147483695"/>
              <ac:spMk id="12" creationId="{3DA61611-5C22-E6B0-8E9D-6E0AC96B7436}"/>
            </ac:spMkLst>
          </pc:spChg>
          <pc:spChg chg="add">
            <ac:chgData name="riya singh" userId="7abd632d42337e32" providerId="LiveId" clId="{A2BB9560-E8EC-4498-9591-1BC8A0E3267C}" dt="2026-06-09T19:20:10.224" v="59"/>
            <ac:spMkLst>
              <pc:docMk/>
              <pc:sldMasterMk cId="1619549735" sldId="2147483692"/>
              <pc:sldLayoutMk cId="3096046909" sldId="2147483695"/>
              <ac:spMk id="13" creationId="{D99ADE09-87CA-4CBD-8F58-289B0D866E5F}"/>
            </ac:spMkLst>
          </pc:spChg>
          <pc:spChg chg="add">
            <ac:chgData name="riya singh" userId="7abd632d42337e32" providerId="LiveId" clId="{A2BB9560-E8EC-4498-9591-1BC8A0E3267C}" dt="2026-06-09T19:20:10.224" v="59"/>
            <ac:spMkLst>
              <pc:docMk/>
              <pc:sldMasterMk cId="1619549735" sldId="2147483692"/>
              <pc:sldLayoutMk cId="3096046909" sldId="2147483695"/>
              <ac:spMk id="14" creationId="{E35A5FDB-279E-149A-3447-290242EE09B5}"/>
            </ac:spMkLst>
          </pc:spChg>
          <pc:spChg chg="add">
            <ac:chgData name="riya singh" userId="7abd632d42337e32" providerId="LiveId" clId="{A2BB9560-E8EC-4498-9591-1BC8A0E3267C}" dt="2026-06-09T19:20:10.224" v="59"/>
            <ac:spMkLst>
              <pc:docMk/>
              <pc:sldMasterMk cId="1619549735" sldId="2147483692"/>
              <pc:sldLayoutMk cId="3096046909" sldId="2147483695"/>
              <ac:spMk id="15" creationId="{B3D185E9-211D-04A3-A417-96F7DB2D49CF}"/>
            </ac:spMkLst>
          </pc:spChg>
          <pc:grpChg chg="add">
            <ac:chgData name="riya singh" userId="7abd632d42337e32" providerId="LiveId" clId="{A2BB9560-E8EC-4498-9591-1BC8A0E3267C}" dt="2026-06-09T19:20:10.224" v="59"/>
            <ac:grpSpMkLst>
              <pc:docMk/>
              <pc:sldMasterMk cId="1619549735" sldId="2147483692"/>
              <pc:sldLayoutMk cId="3096046909" sldId="2147483695"/>
              <ac:grpSpMk id="16" creationId="{C5B15F6B-B10C-AF40-EA09-20C34360E6B7}"/>
            </ac:grpSpMkLst>
          </pc:grpChg>
        </pc:sldLayoutChg>
        <pc:sldLayoutChg chg="addSp">
          <pc:chgData name="riya singh" userId="7abd632d42337e32" providerId="LiveId" clId="{A2BB9560-E8EC-4498-9591-1BC8A0E3267C}" dt="2026-06-09T19:20:10.224" v="59"/>
          <pc:sldLayoutMkLst>
            <pc:docMk/>
            <pc:sldMasterMk cId="1619549735" sldId="2147483692"/>
            <pc:sldLayoutMk cId="3608287308" sldId="2147483696"/>
          </pc:sldLayoutMkLst>
          <pc:spChg chg="add">
            <ac:chgData name="riya singh" userId="7abd632d42337e32" providerId="LiveId" clId="{A2BB9560-E8EC-4498-9591-1BC8A0E3267C}" dt="2026-06-09T19:20:10.224" v="59"/>
            <ac:spMkLst>
              <pc:docMk/>
              <pc:sldMasterMk cId="1619549735" sldId="2147483692"/>
              <pc:sldLayoutMk cId="3608287308" sldId="2147483696"/>
              <ac:spMk id="8" creationId="{5A66A491-06BA-0AEA-975C-B9C43E72BD48}"/>
            </ac:spMkLst>
          </pc:spChg>
          <pc:spChg chg="add">
            <ac:chgData name="riya singh" userId="7abd632d42337e32" providerId="LiveId" clId="{A2BB9560-E8EC-4498-9591-1BC8A0E3267C}" dt="2026-06-09T19:20:10.224" v="59"/>
            <ac:spMkLst>
              <pc:docMk/>
              <pc:sldMasterMk cId="1619549735" sldId="2147483692"/>
              <pc:sldLayoutMk cId="3608287308" sldId="2147483696"/>
              <ac:spMk id="9" creationId="{B1CB058F-8B7D-0D2C-7109-EFA066C0930D}"/>
            </ac:spMkLst>
          </pc:spChg>
          <pc:spChg chg="add">
            <ac:chgData name="riya singh" userId="7abd632d42337e32" providerId="LiveId" clId="{A2BB9560-E8EC-4498-9591-1BC8A0E3267C}" dt="2026-06-09T19:20:10.224" v="59"/>
            <ac:spMkLst>
              <pc:docMk/>
              <pc:sldMasterMk cId="1619549735" sldId="2147483692"/>
              <pc:sldLayoutMk cId="3608287308" sldId="2147483696"/>
              <ac:spMk id="10" creationId="{09D81A6E-60A4-D7EF-AE54-C3BED81A7D14}"/>
            </ac:spMkLst>
          </pc:spChg>
          <pc:spChg chg="add">
            <ac:chgData name="riya singh" userId="7abd632d42337e32" providerId="LiveId" clId="{A2BB9560-E8EC-4498-9591-1BC8A0E3267C}" dt="2026-06-09T19:20:10.224" v="59"/>
            <ac:spMkLst>
              <pc:docMk/>
              <pc:sldMasterMk cId="1619549735" sldId="2147483692"/>
              <pc:sldLayoutMk cId="3608287308" sldId="2147483696"/>
              <ac:spMk id="11" creationId="{20EE0314-597C-DA2D-5B46-706501B6F58A}"/>
            </ac:spMkLst>
          </pc:spChg>
          <pc:spChg chg="add">
            <ac:chgData name="riya singh" userId="7abd632d42337e32" providerId="LiveId" clId="{A2BB9560-E8EC-4498-9591-1BC8A0E3267C}" dt="2026-06-09T19:20:10.224" v="59"/>
            <ac:spMkLst>
              <pc:docMk/>
              <pc:sldMasterMk cId="1619549735" sldId="2147483692"/>
              <pc:sldLayoutMk cId="3608287308" sldId="2147483696"/>
              <ac:spMk id="12" creationId="{B117481A-A0EB-AADE-6988-DF81230F71CA}"/>
            </ac:spMkLst>
          </pc:spChg>
          <pc:spChg chg="add">
            <ac:chgData name="riya singh" userId="7abd632d42337e32" providerId="LiveId" clId="{A2BB9560-E8EC-4498-9591-1BC8A0E3267C}" dt="2026-06-09T19:20:10.224" v="59"/>
            <ac:spMkLst>
              <pc:docMk/>
              <pc:sldMasterMk cId="1619549735" sldId="2147483692"/>
              <pc:sldLayoutMk cId="3608287308" sldId="2147483696"/>
              <ac:spMk id="19" creationId="{A5F3308C-0B50-3A6B-D77E-E517CB17D872}"/>
            </ac:spMkLst>
          </pc:spChg>
          <pc:grpChg chg="add">
            <ac:chgData name="riya singh" userId="7abd632d42337e32" providerId="LiveId" clId="{A2BB9560-E8EC-4498-9591-1BC8A0E3267C}" dt="2026-06-09T19:20:10.224" v="59"/>
            <ac:grpSpMkLst>
              <pc:docMk/>
              <pc:sldMasterMk cId="1619549735" sldId="2147483692"/>
              <pc:sldLayoutMk cId="3608287308" sldId="2147483696"/>
              <ac:grpSpMk id="13" creationId="{DF76637A-32E6-C334-ED25-1AF1D0A3D352}"/>
            </ac:grpSpMkLst>
          </pc:grpChg>
          <pc:grpChg chg="add">
            <ac:chgData name="riya singh" userId="7abd632d42337e32" providerId="LiveId" clId="{A2BB9560-E8EC-4498-9591-1BC8A0E3267C}" dt="2026-06-09T19:20:10.224" v="59"/>
            <ac:grpSpMkLst>
              <pc:docMk/>
              <pc:sldMasterMk cId="1619549735" sldId="2147483692"/>
              <pc:sldLayoutMk cId="3608287308" sldId="2147483696"/>
              <ac:grpSpMk id="16" creationId="{7174742D-EFB4-73B3-6D43-959DB91D914E}"/>
            </ac:grpSpMkLst>
          </pc:grpChg>
        </pc:sldLayoutChg>
        <pc:sldLayoutChg chg="addSp">
          <pc:chgData name="riya singh" userId="7abd632d42337e32" providerId="LiveId" clId="{A2BB9560-E8EC-4498-9591-1BC8A0E3267C}" dt="2026-06-09T19:20:10.224" v="59"/>
          <pc:sldLayoutMkLst>
            <pc:docMk/>
            <pc:sldMasterMk cId="1619549735" sldId="2147483692"/>
            <pc:sldLayoutMk cId="3266329213" sldId="2147483697"/>
          </pc:sldLayoutMkLst>
          <pc:spChg chg="add">
            <ac:chgData name="riya singh" userId="7abd632d42337e32" providerId="LiveId" clId="{A2BB9560-E8EC-4498-9591-1BC8A0E3267C}" dt="2026-06-09T19:20:10.224" v="59"/>
            <ac:spMkLst>
              <pc:docMk/>
              <pc:sldMasterMk cId="1619549735" sldId="2147483692"/>
              <pc:sldLayoutMk cId="3266329213" sldId="2147483697"/>
              <ac:spMk id="10" creationId="{6724CB72-88EB-4AE0-17C4-D1C92AA1F819}"/>
            </ac:spMkLst>
          </pc:spChg>
          <pc:spChg chg="add">
            <ac:chgData name="riya singh" userId="7abd632d42337e32" providerId="LiveId" clId="{A2BB9560-E8EC-4498-9591-1BC8A0E3267C}" dt="2026-06-09T19:20:10.224" v="59"/>
            <ac:spMkLst>
              <pc:docMk/>
              <pc:sldMasterMk cId="1619549735" sldId="2147483692"/>
              <pc:sldLayoutMk cId="3266329213" sldId="2147483697"/>
              <ac:spMk id="11" creationId="{A34FC650-0273-C76D-B5AD-2C2C57FCEC2B}"/>
            </ac:spMkLst>
          </pc:spChg>
          <pc:spChg chg="add">
            <ac:chgData name="riya singh" userId="7abd632d42337e32" providerId="LiveId" clId="{A2BB9560-E8EC-4498-9591-1BC8A0E3267C}" dt="2026-06-09T19:20:10.224" v="59"/>
            <ac:spMkLst>
              <pc:docMk/>
              <pc:sldMasterMk cId="1619549735" sldId="2147483692"/>
              <pc:sldLayoutMk cId="3266329213" sldId="2147483697"/>
              <ac:spMk id="12" creationId="{24EDF9DE-8199-F95D-7A4F-CB12C6A35CD8}"/>
            </ac:spMkLst>
          </pc:spChg>
          <pc:spChg chg="add">
            <ac:chgData name="riya singh" userId="7abd632d42337e32" providerId="LiveId" clId="{A2BB9560-E8EC-4498-9591-1BC8A0E3267C}" dt="2026-06-09T19:20:10.224" v="59"/>
            <ac:spMkLst>
              <pc:docMk/>
              <pc:sldMasterMk cId="1619549735" sldId="2147483692"/>
              <pc:sldLayoutMk cId="3266329213" sldId="2147483697"/>
              <ac:spMk id="13" creationId="{BFCF5F2C-05A1-01D1-747D-A5914AF5FA27}"/>
            </ac:spMkLst>
          </pc:spChg>
          <pc:spChg chg="add">
            <ac:chgData name="riya singh" userId="7abd632d42337e32" providerId="LiveId" clId="{A2BB9560-E8EC-4498-9591-1BC8A0E3267C}" dt="2026-06-09T19:20:10.224" v="59"/>
            <ac:spMkLst>
              <pc:docMk/>
              <pc:sldMasterMk cId="1619549735" sldId="2147483692"/>
              <pc:sldLayoutMk cId="3266329213" sldId="2147483697"/>
              <ac:spMk id="14" creationId="{9714197E-F0B4-0593-EEB7-4E85885F1788}"/>
            </ac:spMkLst>
          </pc:spChg>
          <pc:spChg chg="add">
            <ac:chgData name="riya singh" userId="7abd632d42337e32" providerId="LiveId" clId="{A2BB9560-E8EC-4498-9591-1BC8A0E3267C}" dt="2026-06-09T19:20:10.224" v="59"/>
            <ac:spMkLst>
              <pc:docMk/>
              <pc:sldMasterMk cId="1619549735" sldId="2147483692"/>
              <pc:sldLayoutMk cId="3266329213" sldId="2147483697"/>
              <ac:spMk id="21" creationId="{664E9C4F-3030-7993-6C82-F48756AC245B}"/>
            </ac:spMkLst>
          </pc:spChg>
          <pc:grpChg chg="add">
            <ac:chgData name="riya singh" userId="7abd632d42337e32" providerId="LiveId" clId="{A2BB9560-E8EC-4498-9591-1BC8A0E3267C}" dt="2026-06-09T19:20:10.224" v="59"/>
            <ac:grpSpMkLst>
              <pc:docMk/>
              <pc:sldMasterMk cId="1619549735" sldId="2147483692"/>
              <pc:sldLayoutMk cId="3266329213" sldId="2147483697"/>
              <ac:grpSpMk id="15" creationId="{7AD4A6BD-2479-E43A-2953-BF7E4189F1F0}"/>
            </ac:grpSpMkLst>
          </pc:grpChg>
          <pc:grpChg chg="add">
            <ac:chgData name="riya singh" userId="7abd632d42337e32" providerId="LiveId" clId="{A2BB9560-E8EC-4498-9591-1BC8A0E3267C}" dt="2026-06-09T19:20:10.224" v="59"/>
            <ac:grpSpMkLst>
              <pc:docMk/>
              <pc:sldMasterMk cId="1619549735" sldId="2147483692"/>
              <pc:sldLayoutMk cId="3266329213" sldId="2147483697"/>
              <ac:grpSpMk id="18" creationId="{3189DB40-10B8-6E66-943F-803137DDD8F3}"/>
            </ac:grpSpMkLst>
          </pc:grpChg>
        </pc:sldLayoutChg>
        <pc:sldLayoutChg chg="addSp">
          <pc:chgData name="riya singh" userId="7abd632d42337e32" providerId="LiveId" clId="{A2BB9560-E8EC-4498-9591-1BC8A0E3267C}" dt="2026-06-09T19:20:10.224" v="59"/>
          <pc:sldLayoutMkLst>
            <pc:docMk/>
            <pc:sldMasterMk cId="1619549735" sldId="2147483692"/>
            <pc:sldLayoutMk cId="1056544282" sldId="2147483698"/>
          </pc:sldLayoutMkLst>
          <pc:spChg chg="add">
            <ac:chgData name="riya singh" userId="7abd632d42337e32" providerId="LiveId" clId="{A2BB9560-E8EC-4498-9591-1BC8A0E3267C}" dt="2026-06-09T19:20:10.224" v="59"/>
            <ac:spMkLst>
              <pc:docMk/>
              <pc:sldMasterMk cId="1619549735" sldId="2147483692"/>
              <pc:sldLayoutMk cId="1056544282" sldId="2147483698"/>
              <ac:spMk id="6" creationId="{BC2FF507-9A7C-1430-8CEA-A77A76D85A7F}"/>
            </ac:spMkLst>
          </pc:spChg>
          <pc:spChg chg="add">
            <ac:chgData name="riya singh" userId="7abd632d42337e32" providerId="LiveId" clId="{A2BB9560-E8EC-4498-9591-1BC8A0E3267C}" dt="2026-06-09T19:20:10.224" v="59"/>
            <ac:spMkLst>
              <pc:docMk/>
              <pc:sldMasterMk cId="1619549735" sldId="2147483692"/>
              <pc:sldLayoutMk cId="1056544282" sldId="2147483698"/>
              <ac:spMk id="7" creationId="{67D39668-A4C1-86EC-C095-688BD3E9476A}"/>
            </ac:spMkLst>
          </pc:spChg>
          <pc:spChg chg="add">
            <ac:chgData name="riya singh" userId="7abd632d42337e32" providerId="LiveId" clId="{A2BB9560-E8EC-4498-9591-1BC8A0E3267C}" dt="2026-06-09T19:20:10.224" v="59"/>
            <ac:spMkLst>
              <pc:docMk/>
              <pc:sldMasterMk cId="1619549735" sldId="2147483692"/>
              <pc:sldLayoutMk cId="1056544282" sldId="2147483698"/>
              <ac:spMk id="8" creationId="{00E30790-131B-7407-1F92-DFAE6592B90E}"/>
            </ac:spMkLst>
          </pc:spChg>
          <pc:spChg chg="add">
            <ac:chgData name="riya singh" userId="7abd632d42337e32" providerId="LiveId" clId="{A2BB9560-E8EC-4498-9591-1BC8A0E3267C}" dt="2026-06-09T19:20:10.224" v="59"/>
            <ac:spMkLst>
              <pc:docMk/>
              <pc:sldMasterMk cId="1619549735" sldId="2147483692"/>
              <pc:sldLayoutMk cId="1056544282" sldId="2147483698"/>
              <ac:spMk id="9" creationId="{CD3BC674-15F1-5D90-5BBA-737E9EA847D7}"/>
            </ac:spMkLst>
          </pc:spChg>
          <pc:spChg chg="add">
            <ac:chgData name="riya singh" userId="7abd632d42337e32" providerId="LiveId" clId="{A2BB9560-E8EC-4498-9591-1BC8A0E3267C}" dt="2026-06-09T19:20:10.224" v="59"/>
            <ac:spMkLst>
              <pc:docMk/>
              <pc:sldMasterMk cId="1619549735" sldId="2147483692"/>
              <pc:sldLayoutMk cId="1056544282" sldId="2147483698"/>
              <ac:spMk id="10" creationId="{04091ED7-EF62-3226-CEA6-663FD44E3C1D}"/>
            </ac:spMkLst>
          </pc:spChg>
          <pc:spChg chg="add">
            <ac:chgData name="riya singh" userId="7abd632d42337e32" providerId="LiveId" clId="{A2BB9560-E8EC-4498-9591-1BC8A0E3267C}" dt="2026-06-09T19:20:10.224" v="59"/>
            <ac:spMkLst>
              <pc:docMk/>
              <pc:sldMasterMk cId="1619549735" sldId="2147483692"/>
              <pc:sldLayoutMk cId="1056544282" sldId="2147483698"/>
              <ac:spMk id="17" creationId="{F5EFC3D5-4664-5765-4CDA-E53775FB9E27}"/>
            </ac:spMkLst>
          </pc:spChg>
          <pc:grpChg chg="add">
            <ac:chgData name="riya singh" userId="7abd632d42337e32" providerId="LiveId" clId="{A2BB9560-E8EC-4498-9591-1BC8A0E3267C}" dt="2026-06-09T19:20:10.224" v="59"/>
            <ac:grpSpMkLst>
              <pc:docMk/>
              <pc:sldMasterMk cId="1619549735" sldId="2147483692"/>
              <pc:sldLayoutMk cId="1056544282" sldId="2147483698"/>
              <ac:grpSpMk id="11" creationId="{93F26E2D-9A76-3F6F-76D4-46CA998A9870}"/>
            </ac:grpSpMkLst>
          </pc:grpChg>
          <pc:grpChg chg="add">
            <ac:chgData name="riya singh" userId="7abd632d42337e32" providerId="LiveId" clId="{A2BB9560-E8EC-4498-9591-1BC8A0E3267C}" dt="2026-06-09T19:20:10.224" v="59"/>
            <ac:grpSpMkLst>
              <pc:docMk/>
              <pc:sldMasterMk cId="1619549735" sldId="2147483692"/>
              <pc:sldLayoutMk cId="1056544282" sldId="2147483698"/>
              <ac:grpSpMk id="14" creationId="{E92CDBA4-EF41-515D-449B-EE2E29CF9671}"/>
            </ac:grpSpMkLst>
          </pc:grpChg>
        </pc:sldLayoutChg>
        <pc:sldLayoutChg chg="addSp">
          <pc:chgData name="riya singh" userId="7abd632d42337e32" providerId="LiveId" clId="{A2BB9560-E8EC-4498-9591-1BC8A0E3267C}" dt="2026-06-09T19:20:10.224" v="59"/>
          <pc:sldLayoutMkLst>
            <pc:docMk/>
            <pc:sldMasterMk cId="1619549735" sldId="2147483692"/>
            <pc:sldLayoutMk cId="2054172205" sldId="2147483699"/>
          </pc:sldLayoutMkLst>
          <pc:spChg chg="add">
            <ac:chgData name="riya singh" userId="7abd632d42337e32" providerId="LiveId" clId="{A2BB9560-E8EC-4498-9591-1BC8A0E3267C}" dt="2026-06-09T19:20:10.224" v="59"/>
            <ac:spMkLst>
              <pc:docMk/>
              <pc:sldMasterMk cId="1619549735" sldId="2147483692"/>
              <pc:sldLayoutMk cId="2054172205" sldId="2147483699"/>
              <ac:spMk id="5" creationId="{F0844556-59B5-8339-6BF9-DE9A1A6DE02D}"/>
            </ac:spMkLst>
          </pc:spChg>
          <pc:spChg chg="add">
            <ac:chgData name="riya singh" userId="7abd632d42337e32" providerId="LiveId" clId="{A2BB9560-E8EC-4498-9591-1BC8A0E3267C}" dt="2026-06-09T19:20:10.224" v="59"/>
            <ac:spMkLst>
              <pc:docMk/>
              <pc:sldMasterMk cId="1619549735" sldId="2147483692"/>
              <pc:sldLayoutMk cId="2054172205" sldId="2147483699"/>
              <ac:spMk id="6" creationId="{E943F9BE-6BC4-A83B-1A08-31B658062D63}"/>
            </ac:spMkLst>
          </pc:spChg>
          <pc:spChg chg="add">
            <ac:chgData name="riya singh" userId="7abd632d42337e32" providerId="LiveId" clId="{A2BB9560-E8EC-4498-9591-1BC8A0E3267C}" dt="2026-06-09T19:20:10.224" v="59"/>
            <ac:spMkLst>
              <pc:docMk/>
              <pc:sldMasterMk cId="1619549735" sldId="2147483692"/>
              <pc:sldLayoutMk cId="2054172205" sldId="2147483699"/>
              <ac:spMk id="7" creationId="{887ED520-BE6D-1F6E-6DAD-5E417B6A8F62}"/>
            </ac:spMkLst>
          </pc:spChg>
          <pc:spChg chg="add">
            <ac:chgData name="riya singh" userId="7abd632d42337e32" providerId="LiveId" clId="{A2BB9560-E8EC-4498-9591-1BC8A0E3267C}" dt="2026-06-09T19:20:10.224" v="59"/>
            <ac:spMkLst>
              <pc:docMk/>
              <pc:sldMasterMk cId="1619549735" sldId="2147483692"/>
              <pc:sldLayoutMk cId="2054172205" sldId="2147483699"/>
              <ac:spMk id="8" creationId="{FC4443BC-59E3-16B4-F902-CDAEC9C9C796}"/>
            </ac:spMkLst>
          </pc:spChg>
          <pc:spChg chg="add">
            <ac:chgData name="riya singh" userId="7abd632d42337e32" providerId="LiveId" clId="{A2BB9560-E8EC-4498-9591-1BC8A0E3267C}" dt="2026-06-09T19:20:10.224" v="59"/>
            <ac:spMkLst>
              <pc:docMk/>
              <pc:sldMasterMk cId="1619549735" sldId="2147483692"/>
              <pc:sldLayoutMk cId="2054172205" sldId="2147483699"/>
              <ac:spMk id="9" creationId="{7413F45B-BD63-B3F4-60D3-F577CADB7011}"/>
            </ac:spMkLst>
          </pc:spChg>
          <pc:spChg chg="add">
            <ac:chgData name="riya singh" userId="7abd632d42337e32" providerId="LiveId" clId="{A2BB9560-E8EC-4498-9591-1BC8A0E3267C}" dt="2026-06-09T19:20:10.224" v="59"/>
            <ac:spMkLst>
              <pc:docMk/>
              <pc:sldMasterMk cId="1619549735" sldId="2147483692"/>
              <pc:sldLayoutMk cId="2054172205" sldId="2147483699"/>
              <ac:spMk id="13" creationId="{47FB43C6-C6EE-343C-C455-D3A4DA7F1347}"/>
            </ac:spMkLst>
          </pc:spChg>
          <pc:grpChg chg="add">
            <ac:chgData name="riya singh" userId="7abd632d42337e32" providerId="LiveId" clId="{A2BB9560-E8EC-4498-9591-1BC8A0E3267C}" dt="2026-06-09T19:20:10.224" v="59"/>
            <ac:grpSpMkLst>
              <pc:docMk/>
              <pc:sldMasterMk cId="1619549735" sldId="2147483692"/>
              <pc:sldLayoutMk cId="2054172205" sldId="2147483699"/>
              <ac:grpSpMk id="10" creationId="{15320B5A-DF24-2FCC-7B8B-EEC23907B703}"/>
            </ac:grpSpMkLst>
          </pc:grpChg>
        </pc:sldLayoutChg>
        <pc:sldLayoutChg chg="addSp">
          <pc:chgData name="riya singh" userId="7abd632d42337e32" providerId="LiveId" clId="{A2BB9560-E8EC-4498-9591-1BC8A0E3267C}" dt="2026-06-09T19:20:10.224" v="59"/>
          <pc:sldLayoutMkLst>
            <pc:docMk/>
            <pc:sldMasterMk cId="1619549735" sldId="2147483692"/>
            <pc:sldLayoutMk cId="769191855" sldId="2147483700"/>
          </pc:sldLayoutMkLst>
          <pc:spChg chg="add">
            <ac:chgData name="riya singh" userId="7abd632d42337e32" providerId="LiveId" clId="{A2BB9560-E8EC-4498-9591-1BC8A0E3267C}" dt="2026-06-09T19:20:10.224" v="59"/>
            <ac:spMkLst>
              <pc:docMk/>
              <pc:sldMasterMk cId="1619549735" sldId="2147483692"/>
              <pc:sldLayoutMk cId="769191855" sldId="2147483700"/>
              <ac:spMk id="8" creationId="{D3A3A354-EFE4-22CC-D390-E19225079773}"/>
            </ac:spMkLst>
          </pc:spChg>
          <pc:spChg chg="add">
            <ac:chgData name="riya singh" userId="7abd632d42337e32" providerId="LiveId" clId="{A2BB9560-E8EC-4498-9591-1BC8A0E3267C}" dt="2026-06-09T19:20:10.224" v="59"/>
            <ac:spMkLst>
              <pc:docMk/>
              <pc:sldMasterMk cId="1619549735" sldId="2147483692"/>
              <pc:sldLayoutMk cId="769191855" sldId="2147483700"/>
              <ac:spMk id="9" creationId="{83E9A0F4-2E30-2D9A-E694-BE4265BD2792}"/>
            </ac:spMkLst>
          </pc:spChg>
          <pc:spChg chg="add">
            <ac:chgData name="riya singh" userId="7abd632d42337e32" providerId="LiveId" clId="{A2BB9560-E8EC-4498-9591-1BC8A0E3267C}" dt="2026-06-09T19:20:10.224" v="59"/>
            <ac:spMkLst>
              <pc:docMk/>
              <pc:sldMasterMk cId="1619549735" sldId="2147483692"/>
              <pc:sldLayoutMk cId="769191855" sldId="2147483700"/>
              <ac:spMk id="10" creationId="{760E2C16-6F1B-1D9B-4CF6-F7F0D8297940}"/>
            </ac:spMkLst>
          </pc:spChg>
          <pc:spChg chg="add">
            <ac:chgData name="riya singh" userId="7abd632d42337e32" providerId="LiveId" clId="{A2BB9560-E8EC-4498-9591-1BC8A0E3267C}" dt="2026-06-09T19:20:10.224" v="59"/>
            <ac:spMkLst>
              <pc:docMk/>
              <pc:sldMasterMk cId="1619549735" sldId="2147483692"/>
              <pc:sldLayoutMk cId="769191855" sldId="2147483700"/>
              <ac:spMk id="11" creationId="{D63190A0-66A2-D3A3-8F74-7B5D778D9FD1}"/>
            </ac:spMkLst>
          </pc:spChg>
          <pc:spChg chg="add">
            <ac:chgData name="riya singh" userId="7abd632d42337e32" providerId="LiveId" clId="{A2BB9560-E8EC-4498-9591-1BC8A0E3267C}" dt="2026-06-09T19:20:10.224" v="59"/>
            <ac:spMkLst>
              <pc:docMk/>
              <pc:sldMasterMk cId="1619549735" sldId="2147483692"/>
              <pc:sldLayoutMk cId="769191855" sldId="2147483700"/>
              <ac:spMk id="12" creationId="{17595C52-8B80-E014-53F2-7473507D1CF4}"/>
            </ac:spMkLst>
          </pc:spChg>
          <pc:spChg chg="add">
            <ac:chgData name="riya singh" userId="7abd632d42337e32" providerId="LiveId" clId="{A2BB9560-E8EC-4498-9591-1BC8A0E3267C}" dt="2026-06-09T19:20:10.224" v="59"/>
            <ac:spMkLst>
              <pc:docMk/>
              <pc:sldMasterMk cId="1619549735" sldId="2147483692"/>
              <pc:sldLayoutMk cId="769191855" sldId="2147483700"/>
              <ac:spMk id="19" creationId="{534D8999-B494-7730-520E-8538694D894C}"/>
            </ac:spMkLst>
          </pc:spChg>
          <pc:grpChg chg="add">
            <ac:chgData name="riya singh" userId="7abd632d42337e32" providerId="LiveId" clId="{A2BB9560-E8EC-4498-9591-1BC8A0E3267C}" dt="2026-06-09T19:20:10.224" v="59"/>
            <ac:grpSpMkLst>
              <pc:docMk/>
              <pc:sldMasterMk cId="1619549735" sldId="2147483692"/>
              <pc:sldLayoutMk cId="769191855" sldId="2147483700"/>
              <ac:grpSpMk id="13" creationId="{4679C5E0-1F32-67B4-A372-763E2499D7A9}"/>
            </ac:grpSpMkLst>
          </pc:grpChg>
          <pc:grpChg chg="add">
            <ac:chgData name="riya singh" userId="7abd632d42337e32" providerId="LiveId" clId="{A2BB9560-E8EC-4498-9591-1BC8A0E3267C}" dt="2026-06-09T19:20:10.224" v="59"/>
            <ac:grpSpMkLst>
              <pc:docMk/>
              <pc:sldMasterMk cId="1619549735" sldId="2147483692"/>
              <pc:sldLayoutMk cId="769191855" sldId="2147483700"/>
              <ac:grpSpMk id="16" creationId="{054CA85C-02FA-BD36-45C5-F30CA1B22BEB}"/>
            </ac:grpSpMkLst>
          </pc:grpChg>
        </pc:sldLayoutChg>
        <pc:sldLayoutChg chg="addSp">
          <pc:chgData name="riya singh" userId="7abd632d42337e32" providerId="LiveId" clId="{A2BB9560-E8EC-4498-9591-1BC8A0E3267C}" dt="2026-06-09T19:20:10.224" v="59"/>
          <pc:sldLayoutMkLst>
            <pc:docMk/>
            <pc:sldMasterMk cId="1619549735" sldId="2147483692"/>
            <pc:sldLayoutMk cId="1122444741" sldId="2147483701"/>
          </pc:sldLayoutMkLst>
          <pc:spChg chg="add">
            <ac:chgData name="riya singh" userId="7abd632d42337e32" providerId="LiveId" clId="{A2BB9560-E8EC-4498-9591-1BC8A0E3267C}" dt="2026-06-09T19:20:10.224" v="59"/>
            <ac:spMkLst>
              <pc:docMk/>
              <pc:sldMasterMk cId="1619549735" sldId="2147483692"/>
              <pc:sldLayoutMk cId="1122444741" sldId="2147483701"/>
              <ac:spMk id="8" creationId="{A1CF1156-23A7-CA62-B9B6-2E57BBC9025A}"/>
            </ac:spMkLst>
          </pc:spChg>
          <pc:spChg chg="add">
            <ac:chgData name="riya singh" userId="7abd632d42337e32" providerId="LiveId" clId="{A2BB9560-E8EC-4498-9591-1BC8A0E3267C}" dt="2026-06-09T19:20:10.224" v="59"/>
            <ac:spMkLst>
              <pc:docMk/>
              <pc:sldMasterMk cId="1619549735" sldId="2147483692"/>
              <pc:sldLayoutMk cId="1122444741" sldId="2147483701"/>
              <ac:spMk id="9" creationId="{AD6D8A4E-40A8-622A-2939-9448A72595E9}"/>
            </ac:spMkLst>
          </pc:spChg>
          <pc:spChg chg="add">
            <ac:chgData name="riya singh" userId="7abd632d42337e32" providerId="LiveId" clId="{A2BB9560-E8EC-4498-9591-1BC8A0E3267C}" dt="2026-06-09T19:20:10.224" v="59"/>
            <ac:spMkLst>
              <pc:docMk/>
              <pc:sldMasterMk cId="1619549735" sldId="2147483692"/>
              <pc:sldLayoutMk cId="1122444741" sldId="2147483701"/>
              <ac:spMk id="10" creationId="{41FA2CE4-2371-0180-A1AF-07584342C128}"/>
            </ac:spMkLst>
          </pc:spChg>
          <pc:spChg chg="add">
            <ac:chgData name="riya singh" userId="7abd632d42337e32" providerId="LiveId" clId="{A2BB9560-E8EC-4498-9591-1BC8A0E3267C}" dt="2026-06-09T19:20:10.224" v="59"/>
            <ac:spMkLst>
              <pc:docMk/>
              <pc:sldMasterMk cId="1619549735" sldId="2147483692"/>
              <pc:sldLayoutMk cId="1122444741" sldId="2147483701"/>
              <ac:spMk id="11" creationId="{88858F36-779C-0D3A-752A-56B36D1563D7}"/>
            </ac:spMkLst>
          </pc:spChg>
          <pc:spChg chg="add">
            <ac:chgData name="riya singh" userId="7abd632d42337e32" providerId="LiveId" clId="{A2BB9560-E8EC-4498-9591-1BC8A0E3267C}" dt="2026-06-09T19:20:10.224" v="59"/>
            <ac:spMkLst>
              <pc:docMk/>
              <pc:sldMasterMk cId="1619549735" sldId="2147483692"/>
              <pc:sldLayoutMk cId="1122444741" sldId="2147483701"/>
              <ac:spMk id="12" creationId="{A515AADD-C11C-795A-3408-8DA89B9D8CEB}"/>
            </ac:spMkLst>
          </pc:spChg>
          <pc:spChg chg="add">
            <ac:chgData name="riya singh" userId="7abd632d42337e32" providerId="LiveId" clId="{A2BB9560-E8EC-4498-9591-1BC8A0E3267C}" dt="2026-06-09T19:20:10.224" v="59"/>
            <ac:spMkLst>
              <pc:docMk/>
              <pc:sldMasterMk cId="1619549735" sldId="2147483692"/>
              <pc:sldLayoutMk cId="1122444741" sldId="2147483701"/>
              <ac:spMk id="19" creationId="{43EB5A7B-4333-52B4-9BC6-D80CAEC1FF24}"/>
            </ac:spMkLst>
          </pc:spChg>
          <pc:grpChg chg="add">
            <ac:chgData name="riya singh" userId="7abd632d42337e32" providerId="LiveId" clId="{A2BB9560-E8EC-4498-9591-1BC8A0E3267C}" dt="2026-06-09T19:20:10.224" v="59"/>
            <ac:grpSpMkLst>
              <pc:docMk/>
              <pc:sldMasterMk cId="1619549735" sldId="2147483692"/>
              <pc:sldLayoutMk cId="1122444741" sldId="2147483701"/>
              <ac:grpSpMk id="13" creationId="{33888C17-15DB-FCF6-93BB-2BCC4627CDDD}"/>
            </ac:grpSpMkLst>
          </pc:grpChg>
          <pc:grpChg chg="add">
            <ac:chgData name="riya singh" userId="7abd632d42337e32" providerId="LiveId" clId="{A2BB9560-E8EC-4498-9591-1BC8A0E3267C}" dt="2026-06-09T19:20:10.224" v="59"/>
            <ac:grpSpMkLst>
              <pc:docMk/>
              <pc:sldMasterMk cId="1619549735" sldId="2147483692"/>
              <pc:sldLayoutMk cId="1122444741" sldId="2147483701"/>
              <ac:grpSpMk id="16" creationId="{2D87DEDA-D588-700B-4C66-BB77F017EAAD}"/>
            </ac:grpSpMkLst>
          </pc:grpChg>
        </pc:sldLayoutChg>
      </pc:sldMasterChg>
      <pc:sldMasterChg chg="addSp modSldLayout">
        <pc:chgData name="riya singh" userId="7abd632d42337e32" providerId="LiveId" clId="{A2BB9560-E8EC-4498-9591-1BC8A0E3267C}" dt="2026-06-09T19:20:11.629" v="61"/>
        <pc:sldMasterMkLst>
          <pc:docMk/>
          <pc:sldMasterMk cId="1074521221" sldId="2147483711"/>
        </pc:sldMasterMkLst>
        <pc:spChg chg="add">
          <ac:chgData name="riya singh" userId="7abd632d42337e32" providerId="LiveId" clId="{A2BB9560-E8EC-4498-9591-1BC8A0E3267C}" dt="2026-06-09T19:20:11.629" v="61"/>
          <ac:spMkLst>
            <pc:docMk/>
            <pc:sldMasterMk cId="1074521221" sldId="2147483711"/>
            <ac:spMk id="9" creationId="{D8CDF1CD-F412-E020-BB82-CF3D21053082}"/>
          </ac:spMkLst>
        </pc:spChg>
        <pc:spChg chg="add">
          <ac:chgData name="riya singh" userId="7abd632d42337e32" providerId="LiveId" clId="{A2BB9560-E8EC-4498-9591-1BC8A0E3267C}" dt="2026-06-09T19:20:11.629" v="61"/>
          <ac:spMkLst>
            <pc:docMk/>
            <pc:sldMasterMk cId="1074521221" sldId="2147483711"/>
            <ac:spMk id="11" creationId="{5D4F6912-D9C1-5C55-74BD-B85922D85437}"/>
          </ac:spMkLst>
        </pc:spChg>
        <pc:spChg chg="add">
          <ac:chgData name="riya singh" userId="7abd632d42337e32" providerId="LiveId" clId="{A2BB9560-E8EC-4498-9591-1BC8A0E3267C}" dt="2026-06-09T19:20:11.629" v="61"/>
          <ac:spMkLst>
            <pc:docMk/>
            <pc:sldMasterMk cId="1074521221" sldId="2147483711"/>
            <ac:spMk id="12" creationId="{D566E003-F75E-2E9C-8AFF-8371C5C637CA}"/>
          </ac:spMkLst>
        </pc:spChg>
        <pc:spChg chg="add">
          <ac:chgData name="riya singh" userId="7abd632d42337e32" providerId="LiveId" clId="{A2BB9560-E8EC-4498-9591-1BC8A0E3267C}" dt="2026-06-09T19:20:11.629" v="61"/>
          <ac:spMkLst>
            <pc:docMk/>
            <pc:sldMasterMk cId="1074521221" sldId="2147483711"/>
            <ac:spMk id="13" creationId="{38EA9F1D-9340-3ABF-22DD-0EC8C32FC1CB}"/>
          </ac:spMkLst>
        </pc:spChg>
        <pc:spChg chg="add">
          <ac:chgData name="riya singh" userId="7abd632d42337e32" providerId="LiveId" clId="{A2BB9560-E8EC-4498-9591-1BC8A0E3267C}" dt="2026-06-09T19:20:11.629" v="61"/>
          <ac:spMkLst>
            <pc:docMk/>
            <pc:sldMasterMk cId="1074521221" sldId="2147483711"/>
            <ac:spMk id="14" creationId="{CD6EFC5B-9BDA-CCE3-3554-6F255F60CE3E}"/>
          </ac:spMkLst>
        </pc:spChg>
        <pc:spChg chg="add">
          <ac:chgData name="riya singh" userId="7abd632d42337e32" providerId="LiveId" clId="{A2BB9560-E8EC-4498-9591-1BC8A0E3267C}" dt="2026-06-09T19:20:11.629" v="61"/>
          <ac:spMkLst>
            <pc:docMk/>
            <pc:sldMasterMk cId="1074521221" sldId="2147483711"/>
            <ac:spMk id="15" creationId="{3AEF2FB1-A040-1A39-065B-D355BD67488D}"/>
          </ac:spMkLst>
        </pc:spChg>
        <pc:spChg chg="add">
          <ac:chgData name="riya singh" userId="7abd632d42337e32" providerId="LiveId" clId="{A2BB9560-E8EC-4498-9591-1BC8A0E3267C}" dt="2026-06-09T19:20:11.629" v="61"/>
          <ac:spMkLst>
            <pc:docMk/>
            <pc:sldMasterMk cId="1074521221" sldId="2147483711"/>
            <ac:spMk id="22" creationId="{48E9AF10-E675-FAB2-0FCA-55951BC2BC4E}"/>
          </ac:spMkLst>
        </pc:spChg>
        <pc:spChg chg="add">
          <ac:chgData name="riya singh" userId="7abd632d42337e32" providerId="LiveId" clId="{A2BB9560-E8EC-4498-9591-1BC8A0E3267C}" dt="2026-06-09T19:20:11.629" v="61"/>
          <ac:spMkLst>
            <pc:docMk/>
            <pc:sldMasterMk cId="1074521221" sldId="2147483711"/>
            <ac:spMk id="23" creationId="{ED130E24-D896-184D-9991-D1A75A9FACF3}"/>
          </ac:spMkLst>
        </pc:spChg>
        <pc:grpChg chg="add">
          <ac:chgData name="riya singh" userId="7abd632d42337e32" providerId="LiveId" clId="{A2BB9560-E8EC-4498-9591-1BC8A0E3267C}" dt="2026-06-09T19:20:11.629" v="61"/>
          <ac:grpSpMkLst>
            <pc:docMk/>
            <pc:sldMasterMk cId="1074521221" sldId="2147483711"/>
            <ac:grpSpMk id="16" creationId="{5C44A5DC-E3A9-F266-57BA-2B7033D40216}"/>
          </ac:grpSpMkLst>
        </pc:grpChg>
        <pc:grpChg chg="add">
          <ac:chgData name="riya singh" userId="7abd632d42337e32" providerId="LiveId" clId="{A2BB9560-E8EC-4498-9591-1BC8A0E3267C}" dt="2026-06-09T19:20:11.629" v="61"/>
          <ac:grpSpMkLst>
            <pc:docMk/>
            <pc:sldMasterMk cId="1074521221" sldId="2147483711"/>
            <ac:grpSpMk id="19" creationId="{4CEED3E1-E9F5-C86C-19F0-10119F80A416}"/>
          </ac:grpSpMkLst>
        </pc:grpChg>
        <pc:sldLayoutChg chg="addSp">
          <pc:chgData name="riya singh" userId="7abd632d42337e32" providerId="LiveId" clId="{A2BB9560-E8EC-4498-9591-1BC8A0E3267C}" dt="2026-06-09T19:20:11.629" v="61"/>
          <pc:sldLayoutMkLst>
            <pc:docMk/>
            <pc:sldMasterMk cId="1074521221" sldId="2147483711"/>
            <pc:sldLayoutMk cId="3827475112" sldId="2147483712"/>
          </pc:sldLayoutMkLst>
          <pc:spChg chg="add">
            <ac:chgData name="riya singh" userId="7abd632d42337e32" providerId="LiveId" clId="{A2BB9560-E8EC-4498-9591-1BC8A0E3267C}" dt="2026-06-09T19:20:11.629" v="61"/>
            <ac:spMkLst>
              <pc:docMk/>
              <pc:sldMasterMk cId="1074521221" sldId="2147483711"/>
              <pc:sldLayoutMk cId="3827475112" sldId="2147483712"/>
              <ac:spMk id="7" creationId="{9A0AD31F-DAEA-67B2-EDBF-B33BC84D6C15}"/>
            </ac:spMkLst>
          </pc:spChg>
          <pc:grpChg chg="add">
            <ac:chgData name="riya singh" userId="7abd632d42337e32" providerId="LiveId" clId="{A2BB9560-E8EC-4498-9591-1BC8A0E3267C}" dt="2026-06-09T19:20:11.629" v="61"/>
            <ac:grpSpMkLst>
              <pc:docMk/>
              <pc:sldMasterMk cId="1074521221" sldId="2147483711"/>
              <pc:sldLayoutMk cId="3827475112" sldId="2147483712"/>
              <ac:grpSpMk id="8" creationId="{26886CFC-4294-4DCB-43DD-52D9E7AE0BF2}"/>
            </ac:grpSpMkLst>
          </pc:grpChg>
        </pc:sldLayoutChg>
        <pc:sldLayoutChg chg="addSp">
          <pc:chgData name="riya singh" userId="7abd632d42337e32" providerId="LiveId" clId="{A2BB9560-E8EC-4498-9591-1BC8A0E3267C}" dt="2026-06-09T19:20:11.629" v="61"/>
          <pc:sldLayoutMkLst>
            <pc:docMk/>
            <pc:sldMasterMk cId="1074521221" sldId="2147483711"/>
            <pc:sldLayoutMk cId="3919839074" sldId="2147483713"/>
          </pc:sldLayoutMkLst>
          <pc:spChg chg="add">
            <ac:chgData name="riya singh" userId="7abd632d42337e32" providerId="LiveId" clId="{A2BB9560-E8EC-4498-9591-1BC8A0E3267C}" dt="2026-06-09T19:20:11.629" v="61"/>
            <ac:spMkLst>
              <pc:docMk/>
              <pc:sldMasterMk cId="1074521221" sldId="2147483711"/>
              <pc:sldLayoutMk cId="3919839074" sldId="2147483713"/>
              <ac:spMk id="7" creationId="{5E5C19DF-D77E-0823-8AA4-BE366FF554EF}"/>
            </ac:spMkLst>
          </pc:spChg>
          <pc:spChg chg="add">
            <ac:chgData name="riya singh" userId="7abd632d42337e32" providerId="LiveId" clId="{A2BB9560-E8EC-4498-9591-1BC8A0E3267C}" dt="2026-06-09T19:20:11.629" v="61"/>
            <ac:spMkLst>
              <pc:docMk/>
              <pc:sldMasterMk cId="1074521221" sldId="2147483711"/>
              <pc:sldLayoutMk cId="3919839074" sldId="2147483713"/>
              <ac:spMk id="8" creationId="{2679C3AA-9924-3667-DEFE-70B9C3894C3B}"/>
            </ac:spMkLst>
          </pc:spChg>
          <pc:spChg chg="add">
            <ac:chgData name="riya singh" userId="7abd632d42337e32" providerId="LiveId" clId="{A2BB9560-E8EC-4498-9591-1BC8A0E3267C}" dt="2026-06-09T19:20:11.629" v="61"/>
            <ac:spMkLst>
              <pc:docMk/>
              <pc:sldMasterMk cId="1074521221" sldId="2147483711"/>
              <pc:sldLayoutMk cId="3919839074" sldId="2147483713"/>
              <ac:spMk id="9" creationId="{6194CF4C-CA2C-2E4D-AE31-C18B4B56F4BB}"/>
            </ac:spMkLst>
          </pc:spChg>
          <pc:spChg chg="add">
            <ac:chgData name="riya singh" userId="7abd632d42337e32" providerId="LiveId" clId="{A2BB9560-E8EC-4498-9591-1BC8A0E3267C}" dt="2026-06-09T19:20:11.629" v="61"/>
            <ac:spMkLst>
              <pc:docMk/>
              <pc:sldMasterMk cId="1074521221" sldId="2147483711"/>
              <pc:sldLayoutMk cId="3919839074" sldId="2147483713"/>
              <ac:spMk id="10" creationId="{F1BCAA7B-6731-F3A1-43F1-A1BAA0031098}"/>
            </ac:spMkLst>
          </pc:spChg>
          <pc:spChg chg="add">
            <ac:chgData name="riya singh" userId="7abd632d42337e32" providerId="LiveId" clId="{A2BB9560-E8EC-4498-9591-1BC8A0E3267C}" dt="2026-06-09T19:20:11.629" v="61"/>
            <ac:spMkLst>
              <pc:docMk/>
              <pc:sldMasterMk cId="1074521221" sldId="2147483711"/>
              <pc:sldLayoutMk cId="3919839074" sldId="2147483713"/>
              <ac:spMk id="11" creationId="{458374D9-E42E-6B96-EFDB-0497B344CC38}"/>
            </ac:spMkLst>
          </pc:spChg>
          <pc:spChg chg="add">
            <ac:chgData name="riya singh" userId="7abd632d42337e32" providerId="LiveId" clId="{A2BB9560-E8EC-4498-9591-1BC8A0E3267C}" dt="2026-06-09T19:20:11.629" v="61"/>
            <ac:spMkLst>
              <pc:docMk/>
              <pc:sldMasterMk cId="1074521221" sldId="2147483711"/>
              <pc:sldLayoutMk cId="3919839074" sldId="2147483713"/>
              <ac:spMk id="18" creationId="{F14F2D4E-6B02-0D96-D3FC-C6F9A9CAF080}"/>
            </ac:spMkLst>
          </pc:spChg>
          <pc:grpChg chg="add">
            <ac:chgData name="riya singh" userId="7abd632d42337e32" providerId="LiveId" clId="{A2BB9560-E8EC-4498-9591-1BC8A0E3267C}" dt="2026-06-09T19:20:11.629" v="61"/>
            <ac:grpSpMkLst>
              <pc:docMk/>
              <pc:sldMasterMk cId="1074521221" sldId="2147483711"/>
              <pc:sldLayoutMk cId="3919839074" sldId="2147483713"/>
              <ac:grpSpMk id="12" creationId="{BE863560-15F6-CCBC-33B3-355A54F8C989}"/>
            </ac:grpSpMkLst>
          </pc:grpChg>
          <pc:grpChg chg="add">
            <ac:chgData name="riya singh" userId="7abd632d42337e32" providerId="LiveId" clId="{A2BB9560-E8EC-4498-9591-1BC8A0E3267C}" dt="2026-06-09T19:20:11.629" v="61"/>
            <ac:grpSpMkLst>
              <pc:docMk/>
              <pc:sldMasterMk cId="1074521221" sldId="2147483711"/>
              <pc:sldLayoutMk cId="3919839074" sldId="2147483713"/>
              <ac:grpSpMk id="15" creationId="{657C1F7D-633A-BAE6-9D45-632A40F6EE02}"/>
            </ac:grpSpMkLst>
          </pc:grpChg>
        </pc:sldLayoutChg>
        <pc:sldLayoutChg chg="addSp">
          <pc:chgData name="riya singh" userId="7abd632d42337e32" providerId="LiveId" clId="{A2BB9560-E8EC-4498-9591-1BC8A0E3267C}" dt="2026-06-09T19:20:11.629" v="61"/>
          <pc:sldLayoutMkLst>
            <pc:docMk/>
            <pc:sldMasterMk cId="1074521221" sldId="2147483711"/>
            <pc:sldLayoutMk cId="2011956074" sldId="2147483714"/>
          </pc:sldLayoutMkLst>
          <pc:spChg chg="add">
            <ac:chgData name="riya singh" userId="7abd632d42337e32" providerId="LiveId" clId="{A2BB9560-E8EC-4498-9591-1BC8A0E3267C}" dt="2026-06-09T19:20:11.629" v="61"/>
            <ac:spMkLst>
              <pc:docMk/>
              <pc:sldMasterMk cId="1074521221" sldId="2147483711"/>
              <pc:sldLayoutMk cId="2011956074" sldId="2147483714"/>
              <ac:spMk id="7" creationId="{905E8503-5FDF-1B0B-18AC-F4B0F2856294}"/>
            </ac:spMkLst>
          </pc:spChg>
          <pc:spChg chg="add">
            <ac:chgData name="riya singh" userId="7abd632d42337e32" providerId="LiveId" clId="{A2BB9560-E8EC-4498-9591-1BC8A0E3267C}" dt="2026-06-09T19:20:11.629" v="61"/>
            <ac:spMkLst>
              <pc:docMk/>
              <pc:sldMasterMk cId="1074521221" sldId="2147483711"/>
              <pc:sldLayoutMk cId="2011956074" sldId="2147483714"/>
              <ac:spMk id="8" creationId="{318EF86E-F57A-364D-FE91-06E8B01D4A9E}"/>
            </ac:spMkLst>
          </pc:spChg>
          <pc:spChg chg="add">
            <ac:chgData name="riya singh" userId="7abd632d42337e32" providerId="LiveId" clId="{A2BB9560-E8EC-4498-9591-1BC8A0E3267C}" dt="2026-06-09T19:20:11.629" v="61"/>
            <ac:spMkLst>
              <pc:docMk/>
              <pc:sldMasterMk cId="1074521221" sldId="2147483711"/>
              <pc:sldLayoutMk cId="2011956074" sldId="2147483714"/>
              <ac:spMk id="9" creationId="{F106C7D2-820B-23F3-75C0-CC11308D6E4D}"/>
            </ac:spMkLst>
          </pc:spChg>
          <pc:spChg chg="add">
            <ac:chgData name="riya singh" userId="7abd632d42337e32" providerId="LiveId" clId="{A2BB9560-E8EC-4498-9591-1BC8A0E3267C}" dt="2026-06-09T19:20:11.629" v="61"/>
            <ac:spMkLst>
              <pc:docMk/>
              <pc:sldMasterMk cId="1074521221" sldId="2147483711"/>
              <pc:sldLayoutMk cId="2011956074" sldId="2147483714"/>
              <ac:spMk id="10" creationId="{25E29B7D-60C2-F7AF-26F9-DF43A64F2C31}"/>
            </ac:spMkLst>
          </pc:spChg>
          <pc:spChg chg="add">
            <ac:chgData name="riya singh" userId="7abd632d42337e32" providerId="LiveId" clId="{A2BB9560-E8EC-4498-9591-1BC8A0E3267C}" dt="2026-06-09T19:20:11.629" v="61"/>
            <ac:spMkLst>
              <pc:docMk/>
              <pc:sldMasterMk cId="1074521221" sldId="2147483711"/>
              <pc:sldLayoutMk cId="2011956074" sldId="2147483714"/>
              <ac:spMk id="11" creationId="{84C44766-B0C1-FFE1-C597-A23749A986C3}"/>
            </ac:spMkLst>
          </pc:spChg>
          <pc:spChg chg="add">
            <ac:chgData name="riya singh" userId="7abd632d42337e32" providerId="LiveId" clId="{A2BB9560-E8EC-4498-9591-1BC8A0E3267C}" dt="2026-06-09T19:20:11.629" v="61"/>
            <ac:spMkLst>
              <pc:docMk/>
              <pc:sldMasterMk cId="1074521221" sldId="2147483711"/>
              <pc:sldLayoutMk cId="2011956074" sldId="2147483714"/>
              <ac:spMk id="12" creationId="{CA18FDAD-EA57-F618-F353-BE743B0F4951}"/>
            </ac:spMkLst>
          </pc:spChg>
          <pc:spChg chg="add">
            <ac:chgData name="riya singh" userId="7abd632d42337e32" providerId="LiveId" clId="{A2BB9560-E8EC-4498-9591-1BC8A0E3267C}" dt="2026-06-09T19:20:11.629" v="61"/>
            <ac:spMkLst>
              <pc:docMk/>
              <pc:sldMasterMk cId="1074521221" sldId="2147483711"/>
              <pc:sldLayoutMk cId="2011956074" sldId="2147483714"/>
              <ac:spMk id="13" creationId="{E9DBEBB5-A91D-D3AD-4127-ECD041BBC81B}"/>
            </ac:spMkLst>
          </pc:spChg>
          <pc:spChg chg="add">
            <ac:chgData name="riya singh" userId="7abd632d42337e32" providerId="LiveId" clId="{A2BB9560-E8EC-4498-9591-1BC8A0E3267C}" dt="2026-06-09T19:20:11.629" v="61"/>
            <ac:spMkLst>
              <pc:docMk/>
              <pc:sldMasterMk cId="1074521221" sldId="2147483711"/>
              <pc:sldLayoutMk cId="2011956074" sldId="2147483714"/>
              <ac:spMk id="14" creationId="{520B9967-A9ED-5A54-ED4D-3A6F1982EBAF}"/>
            </ac:spMkLst>
          </pc:spChg>
          <pc:spChg chg="add">
            <ac:chgData name="riya singh" userId="7abd632d42337e32" providerId="LiveId" clId="{A2BB9560-E8EC-4498-9591-1BC8A0E3267C}" dt="2026-06-09T19:20:11.629" v="61"/>
            <ac:spMkLst>
              <pc:docMk/>
              <pc:sldMasterMk cId="1074521221" sldId="2147483711"/>
              <pc:sldLayoutMk cId="2011956074" sldId="2147483714"/>
              <ac:spMk id="16" creationId="{FBE91D07-F0A3-4FAE-607E-121CBA613CD5}"/>
            </ac:spMkLst>
          </pc:spChg>
          <pc:grpChg chg="add">
            <ac:chgData name="riya singh" userId="7abd632d42337e32" providerId="LiveId" clId="{A2BB9560-E8EC-4498-9591-1BC8A0E3267C}" dt="2026-06-09T19:20:11.629" v="61"/>
            <ac:grpSpMkLst>
              <pc:docMk/>
              <pc:sldMasterMk cId="1074521221" sldId="2147483711"/>
              <pc:sldLayoutMk cId="2011956074" sldId="2147483714"/>
              <ac:grpSpMk id="20" creationId="{73A8C898-F940-34DD-0DFA-70CB2788904E}"/>
            </ac:grpSpMkLst>
          </pc:grpChg>
        </pc:sldLayoutChg>
        <pc:sldLayoutChg chg="addSp">
          <pc:chgData name="riya singh" userId="7abd632d42337e32" providerId="LiveId" clId="{A2BB9560-E8EC-4498-9591-1BC8A0E3267C}" dt="2026-06-09T19:20:11.629" v="61"/>
          <pc:sldLayoutMkLst>
            <pc:docMk/>
            <pc:sldMasterMk cId="1074521221" sldId="2147483711"/>
            <pc:sldLayoutMk cId="4270225266" sldId="2147483715"/>
          </pc:sldLayoutMkLst>
          <pc:spChg chg="add">
            <ac:chgData name="riya singh" userId="7abd632d42337e32" providerId="LiveId" clId="{A2BB9560-E8EC-4498-9591-1BC8A0E3267C}" dt="2026-06-09T19:20:11.629" v="61"/>
            <ac:spMkLst>
              <pc:docMk/>
              <pc:sldMasterMk cId="1074521221" sldId="2147483711"/>
              <pc:sldLayoutMk cId="4270225266" sldId="2147483715"/>
              <ac:spMk id="8" creationId="{DF1529F8-2E26-E891-5512-EAEB169C6BBA}"/>
            </ac:spMkLst>
          </pc:spChg>
          <pc:spChg chg="add">
            <ac:chgData name="riya singh" userId="7abd632d42337e32" providerId="LiveId" clId="{A2BB9560-E8EC-4498-9591-1BC8A0E3267C}" dt="2026-06-09T19:20:11.629" v="61"/>
            <ac:spMkLst>
              <pc:docMk/>
              <pc:sldMasterMk cId="1074521221" sldId="2147483711"/>
              <pc:sldLayoutMk cId="4270225266" sldId="2147483715"/>
              <ac:spMk id="9" creationId="{48ECAF8E-5214-3576-B677-20F002DC4708}"/>
            </ac:spMkLst>
          </pc:spChg>
          <pc:spChg chg="add">
            <ac:chgData name="riya singh" userId="7abd632d42337e32" providerId="LiveId" clId="{A2BB9560-E8EC-4498-9591-1BC8A0E3267C}" dt="2026-06-09T19:20:11.629" v="61"/>
            <ac:spMkLst>
              <pc:docMk/>
              <pc:sldMasterMk cId="1074521221" sldId="2147483711"/>
              <pc:sldLayoutMk cId="4270225266" sldId="2147483715"/>
              <ac:spMk id="10" creationId="{F1BF140F-72D7-D712-2EEF-2BA6AC67B561}"/>
            </ac:spMkLst>
          </pc:spChg>
          <pc:spChg chg="add">
            <ac:chgData name="riya singh" userId="7abd632d42337e32" providerId="LiveId" clId="{A2BB9560-E8EC-4498-9591-1BC8A0E3267C}" dt="2026-06-09T19:20:11.629" v="61"/>
            <ac:spMkLst>
              <pc:docMk/>
              <pc:sldMasterMk cId="1074521221" sldId="2147483711"/>
              <pc:sldLayoutMk cId="4270225266" sldId="2147483715"/>
              <ac:spMk id="11" creationId="{F329AD16-0637-5B75-C7C4-34CA4BE87275}"/>
            </ac:spMkLst>
          </pc:spChg>
          <pc:spChg chg="add">
            <ac:chgData name="riya singh" userId="7abd632d42337e32" providerId="LiveId" clId="{A2BB9560-E8EC-4498-9591-1BC8A0E3267C}" dt="2026-06-09T19:20:11.629" v="61"/>
            <ac:spMkLst>
              <pc:docMk/>
              <pc:sldMasterMk cId="1074521221" sldId="2147483711"/>
              <pc:sldLayoutMk cId="4270225266" sldId="2147483715"/>
              <ac:spMk id="12" creationId="{177706B0-7ED5-BCC3-6E57-848C89EE5D36}"/>
            </ac:spMkLst>
          </pc:spChg>
          <pc:spChg chg="add">
            <ac:chgData name="riya singh" userId="7abd632d42337e32" providerId="LiveId" clId="{A2BB9560-E8EC-4498-9591-1BC8A0E3267C}" dt="2026-06-09T19:20:11.629" v="61"/>
            <ac:spMkLst>
              <pc:docMk/>
              <pc:sldMasterMk cId="1074521221" sldId="2147483711"/>
              <pc:sldLayoutMk cId="4270225266" sldId="2147483715"/>
              <ac:spMk id="19" creationId="{DB33692D-D5D6-E8E8-D61F-BBD82911BFCD}"/>
            </ac:spMkLst>
          </pc:spChg>
          <pc:grpChg chg="add">
            <ac:chgData name="riya singh" userId="7abd632d42337e32" providerId="LiveId" clId="{A2BB9560-E8EC-4498-9591-1BC8A0E3267C}" dt="2026-06-09T19:20:11.629" v="61"/>
            <ac:grpSpMkLst>
              <pc:docMk/>
              <pc:sldMasterMk cId="1074521221" sldId="2147483711"/>
              <pc:sldLayoutMk cId="4270225266" sldId="2147483715"/>
              <ac:grpSpMk id="13" creationId="{698CEBA0-9D0C-AFA3-2FA8-1D2FB25F3472}"/>
            </ac:grpSpMkLst>
          </pc:grpChg>
          <pc:grpChg chg="add">
            <ac:chgData name="riya singh" userId="7abd632d42337e32" providerId="LiveId" clId="{A2BB9560-E8EC-4498-9591-1BC8A0E3267C}" dt="2026-06-09T19:20:11.629" v="61"/>
            <ac:grpSpMkLst>
              <pc:docMk/>
              <pc:sldMasterMk cId="1074521221" sldId="2147483711"/>
              <pc:sldLayoutMk cId="4270225266" sldId="2147483715"/>
              <ac:grpSpMk id="16" creationId="{0A321FB7-0305-90A3-6A82-7218DF6FCB5D}"/>
            </ac:grpSpMkLst>
          </pc:grpChg>
        </pc:sldLayoutChg>
        <pc:sldLayoutChg chg="addSp">
          <pc:chgData name="riya singh" userId="7abd632d42337e32" providerId="LiveId" clId="{A2BB9560-E8EC-4498-9591-1BC8A0E3267C}" dt="2026-06-09T19:20:11.629" v="61"/>
          <pc:sldLayoutMkLst>
            <pc:docMk/>
            <pc:sldMasterMk cId="1074521221" sldId="2147483711"/>
            <pc:sldLayoutMk cId="1306878198" sldId="2147483716"/>
          </pc:sldLayoutMkLst>
          <pc:spChg chg="add">
            <ac:chgData name="riya singh" userId="7abd632d42337e32" providerId="LiveId" clId="{A2BB9560-E8EC-4498-9591-1BC8A0E3267C}" dt="2026-06-09T19:20:11.629" v="61"/>
            <ac:spMkLst>
              <pc:docMk/>
              <pc:sldMasterMk cId="1074521221" sldId="2147483711"/>
              <pc:sldLayoutMk cId="1306878198" sldId="2147483716"/>
              <ac:spMk id="10" creationId="{2F2F38DB-0E86-9323-8B5B-88416DC1DB15}"/>
            </ac:spMkLst>
          </pc:spChg>
          <pc:spChg chg="add">
            <ac:chgData name="riya singh" userId="7abd632d42337e32" providerId="LiveId" clId="{A2BB9560-E8EC-4498-9591-1BC8A0E3267C}" dt="2026-06-09T19:20:11.629" v="61"/>
            <ac:spMkLst>
              <pc:docMk/>
              <pc:sldMasterMk cId="1074521221" sldId="2147483711"/>
              <pc:sldLayoutMk cId="1306878198" sldId="2147483716"/>
              <ac:spMk id="11" creationId="{443C81B9-F748-181E-880E-AF34D5DE3360}"/>
            </ac:spMkLst>
          </pc:spChg>
          <pc:spChg chg="add">
            <ac:chgData name="riya singh" userId="7abd632d42337e32" providerId="LiveId" clId="{A2BB9560-E8EC-4498-9591-1BC8A0E3267C}" dt="2026-06-09T19:20:11.629" v="61"/>
            <ac:spMkLst>
              <pc:docMk/>
              <pc:sldMasterMk cId="1074521221" sldId="2147483711"/>
              <pc:sldLayoutMk cId="1306878198" sldId="2147483716"/>
              <ac:spMk id="12" creationId="{EB3B611A-39E7-FEFA-00B2-F1D64D9DA711}"/>
            </ac:spMkLst>
          </pc:spChg>
          <pc:spChg chg="add">
            <ac:chgData name="riya singh" userId="7abd632d42337e32" providerId="LiveId" clId="{A2BB9560-E8EC-4498-9591-1BC8A0E3267C}" dt="2026-06-09T19:20:11.629" v="61"/>
            <ac:spMkLst>
              <pc:docMk/>
              <pc:sldMasterMk cId="1074521221" sldId="2147483711"/>
              <pc:sldLayoutMk cId="1306878198" sldId="2147483716"/>
              <ac:spMk id="13" creationId="{6D1B5628-A3FE-60E8-E060-40629568BFDD}"/>
            </ac:spMkLst>
          </pc:spChg>
          <pc:spChg chg="add">
            <ac:chgData name="riya singh" userId="7abd632d42337e32" providerId="LiveId" clId="{A2BB9560-E8EC-4498-9591-1BC8A0E3267C}" dt="2026-06-09T19:20:11.629" v="61"/>
            <ac:spMkLst>
              <pc:docMk/>
              <pc:sldMasterMk cId="1074521221" sldId="2147483711"/>
              <pc:sldLayoutMk cId="1306878198" sldId="2147483716"/>
              <ac:spMk id="14" creationId="{29DBEDB9-E57D-A607-C67D-D12EA538C767}"/>
            </ac:spMkLst>
          </pc:spChg>
          <pc:spChg chg="add">
            <ac:chgData name="riya singh" userId="7abd632d42337e32" providerId="LiveId" clId="{A2BB9560-E8EC-4498-9591-1BC8A0E3267C}" dt="2026-06-09T19:20:11.629" v="61"/>
            <ac:spMkLst>
              <pc:docMk/>
              <pc:sldMasterMk cId="1074521221" sldId="2147483711"/>
              <pc:sldLayoutMk cId="1306878198" sldId="2147483716"/>
              <ac:spMk id="21" creationId="{1E9D6E7A-139C-2EBE-7ADF-5D94AEF31328}"/>
            </ac:spMkLst>
          </pc:spChg>
          <pc:grpChg chg="add">
            <ac:chgData name="riya singh" userId="7abd632d42337e32" providerId="LiveId" clId="{A2BB9560-E8EC-4498-9591-1BC8A0E3267C}" dt="2026-06-09T19:20:11.629" v="61"/>
            <ac:grpSpMkLst>
              <pc:docMk/>
              <pc:sldMasterMk cId="1074521221" sldId="2147483711"/>
              <pc:sldLayoutMk cId="1306878198" sldId="2147483716"/>
              <ac:grpSpMk id="15" creationId="{66A1EE9F-7A4F-3B96-6E98-3BA443A3589E}"/>
            </ac:grpSpMkLst>
          </pc:grpChg>
          <pc:grpChg chg="add">
            <ac:chgData name="riya singh" userId="7abd632d42337e32" providerId="LiveId" clId="{A2BB9560-E8EC-4498-9591-1BC8A0E3267C}" dt="2026-06-09T19:20:11.629" v="61"/>
            <ac:grpSpMkLst>
              <pc:docMk/>
              <pc:sldMasterMk cId="1074521221" sldId="2147483711"/>
              <pc:sldLayoutMk cId="1306878198" sldId="2147483716"/>
              <ac:grpSpMk id="18" creationId="{B9D6FF2A-B2D2-E042-5951-9E6FC4B04C69}"/>
            </ac:grpSpMkLst>
          </pc:grpChg>
        </pc:sldLayoutChg>
        <pc:sldLayoutChg chg="addSp">
          <pc:chgData name="riya singh" userId="7abd632d42337e32" providerId="LiveId" clId="{A2BB9560-E8EC-4498-9591-1BC8A0E3267C}" dt="2026-06-09T19:20:11.629" v="61"/>
          <pc:sldLayoutMkLst>
            <pc:docMk/>
            <pc:sldMasterMk cId="1074521221" sldId="2147483711"/>
            <pc:sldLayoutMk cId="982888148" sldId="2147483717"/>
          </pc:sldLayoutMkLst>
          <pc:spChg chg="add">
            <ac:chgData name="riya singh" userId="7abd632d42337e32" providerId="LiveId" clId="{A2BB9560-E8EC-4498-9591-1BC8A0E3267C}" dt="2026-06-09T19:20:11.629" v="61"/>
            <ac:spMkLst>
              <pc:docMk/>
              <pc:sldMasterMk cId="1074521221" sldId="2147483711"/>
              <pc:sldLayoutMk cId="982888148" sldId="2147483717"/>
              <ac:spMk id="6" creationId="{4A5A2B78-3435-E19D-F549-CABF15A0280B}"/>
            </ac:spMkLst>
          </pc:spChg>
          <pc:spChg chg="add">
            <ac:chgData name="riya singh" userId="7abd632d42337e32" providerId="LiveId" clId="{A2BB9560-E8EC-4498-9591-1BC8A0E3267C}" dt="2026-06-09T19:20:11.629" v="61"/>
            <ac:spMkLst>
              <pc:docMk/>
              <pc:sldMasterMk cId="1074521221" sldId="2147483711"/>
              <pc:sldLayoutMk cId="982888148" sldId="2147483717"/>
              <ac:spMk id="7" creationId="{C829D772-83B7-DAF2-1829-75BD6616220F}"/>
            </ac:spMkLst>
          </pc:spChg>
          <pc:spChg chg="add">
            <ac:chgData name="riya singh" userId="7abd632d42337e32" providerId="LiveId" clId="{A2BB9560-E8EC-4498-9591-1BC8A0E3267C}" dt="2026-06-09T19:20:11.629" v="61"/>
            <ac:spMkLst>
              <pc:docMk/>
              <pc:sldMasterMk cId="1074521221" sldId="2147483711"/>
              <pc:sldLayoutMk cId="982888148" sldId="2147483717"/>
              <ac:spMk id="8" creationId="{92881C24-16C8-F0C0-4D39-1C715351196B}"/>
            </ac:spMkLst>
          </pc:spChg>
          <pc:spChg chg="add">
            <ac:chgData name="riya singh" userId="7abd632d42337e32" providerId="LiveId" clId="{A2BB9560-E8EC-4498-9591-1BC8A0E3267C}" dt="2026-06-09T19:20:11.629" v="61"/>
            <ac:spMkLst>
              <pc:docMk/>
              <pc:sldMasterMk cId="1074521221" sldId="2147483711"/>
              <pc:sldLayoutMk cId="982888148" sldId="2147483717"/>
              <ac:spMk id="9" creationId="{0224AA0F-048E-C22C-7F8B-42553C92D268}"/>
            </ac:spMkLst>
          </pc:spChg>
          <pc:spChg chg="add">
            <ac:chgData name="riya singh" userId="7abd632d42337e32" providerId="LiveId" clId="{A2BB9560-E8EC-4498-9591-1BC8A0E3267C}" dt="2026-06-09T19:20:11.629" v="61"/>
            <ac:spMkLst>
              <pc:docMk/>
              <pc:sldMasterMk cId="1074521221" sldId="2147483711"/>
              <pc:sldLayoutMk cId="982888148" sldId="2147483717"/>
              <ac:spMk id="10" creationId="{4EF2A249-112E-25F8-7860-30870DC0455B}"/>
            </ac:spMkLst>
          </pc:spChg>
          <pc:spChg chg="add">
            <ac:chgData name="riya singh" userId="7abd632d42337e32" providerId="LiveId" clId="{A2BB9560-E8EC-4498-9591-1BC8A0E3267C}" dt="2026-06-09T19:20:11.629" v="61"/>
            <ac:spMkLst>
              <pc:docMk/>
              <pc:sldMasterMk cId="1074521221" sldId="2147483711"/>
              <pc:sldLayoutMk cId="982888148" sldId="2147483717"/>
              <ac:spMk id="17" creationId="{4DD7AE5C-83BF-8E50-D498-01A1B8C82CBC}"/>
            </ac:spMkLst>
          </pc:spChg>
          <pc:grpChg chg="add">
            <ac:chgData name="riya singh" userId="7abd632d42337e32" providerId="LiveId" clId="{A2BB9560-E8EC-4498-9591-1BC8A0E3267C}" dt="2026-06-09T19:20:11.629" v="61"/>
            <ac:grpSpMkLst>
              <pc:docMk/>
              <pc:sldMasterMk cId="1074521221" sldId="2147483711"/>
              <pc:sldLayoutMk cId="982888148" sldId="2147483717"/>
              <ac:grpSpMk id="11" creationId="{C8ECDE31-CAE6-4E8E-79D8-93E25A28CEEB}"/>
            </ac:grpSpMkLst>
          </pc:grpChg>
          <pc:grpChg chg="add">
            <ac:chgData name="riya singh" userId="7abd632d42337e32" providerId="LiveId" clId="{A2BB9560-E8EC-4498-9591-1BC8A0E3267C}" dt="2026-06-09T19:20:11.629" v="61"/>
            <ac:grpSpMkLst>
              <pc:docMk/>
              <pc:sldMasterMk cId="1074521221" sldId="2147483711"/>
              <pc:sldLayoutMk cId="982888148" sldId="2147483717"/>
              <ac:grpSpMk id="14" creationId="{984E81EC-148A-5B53-18D1-675998ADAE11}"/>
            </ac:grpSpMkLst>
          </pc:grpChg>
        </pc:sldLayoutChg>
        <pc:sldLayoutChg chg="addSp">
          <pc:chgData name="riya singh" userId="7abd632d42337e32" providerId="LiveId" clId="{A2BB9560-E8EC-4498-9591-1BC8A0E3267C}" dt="2026-06-09T19:20:11.629" v="61"/>
          <pc:sldLayoutMkLst>
            <pc:docMk/>
            <pc:sldMasterMk cId="1074521221" sldId="2147483711"/>
            <pc:sldLayoutMk cId="460404050" sldId="2147483718"/>
          </pc:sldLayoutMkLst>
          <pc:spChg chg="add">
            <ac:chgData name="riya singh" userId="7abd632d42337e32" providerId="LiveId" clId="{A2BB9560-E8EC-4498-9591-1BC8A0E3267C}" dt="2026-06-09T19:20:11.629" v="61"/>
            <ac:spMkLst>
              <pc:docMk/>
              <pc:sldMasterMk cId="1074521221" sldId="2147483711"/>
              <pc:sldLayoutMk cId="460404050" sldId="2147483718"/>
              <ac:spMk id="5" creationId="{42436788-9880-8B0D-5298-3A7054971C6A}"/>
            </ac:spMkLst>
          </pc:spChg>
          <pc:spChg chg="add">
            <ac:chgData name="riya singh" userId="7abd632d42337e32" providerId="LiveId" clId="{A2BB9560-E8EC-4498-9591-1BC8A0E3267C}" dt="2026-06-09T19:20:11.629" v="61"/>
            <ac:spMkLst>
              <pc:docMk/>
              <pc:sldMasterMk cId="1074521221" sldId="2147483711"/>
              <pc:sldLayoutMk cId="460404050" sldId="2147483718"/>
              <ac:spMk id="6" creationId="{C0D35960-4C98-067E-55CC-B9AA98FABF9A}"/>
            </ac:spMkLst>
          </pc:spChg>
          <pc:spChg chg="add">
            <ac:chgData name="riya singh" userId="7abd632d42337e32" providerId="LiveId" clId="{A2BB9560-E8EC-4498-9591-1BC8A0E3267C}" dt="2026-06-09T19:20:11.629" v="61"/>
            <ac:spMkLst>
              <pc:docMk/>
              <pc:sldMasterMk cId="1074521221" sldId="2147483711"/>
              <pc:sldLayoutMk cId="460404050" sldId="2147483718"/>
              <ac:spMk id="7" creationId="{DA091A5B-47AA-523C-48C2-D16B4A984A92}"/>
            </ac:spMkLst>
          </pc:spChg>
          <pc:spChg chg="add">
            <ac:chgData name="riya singh" userId="7abd632d42337e32" providerId="LiveId" clId="{A2BB9560-E8EC-4498-9591-1BC8A0E3267C}" dt="2026-06-09T19:20:11.629" v="61"/>
            <ac:spMkLst>
              <pc:docMk/>
              <pc:sldMasterMk cId="1074521221" sldId="2147483711"/>
              <pc:sldLayoutMk cId="460404050" sldId="2147483718"/>
              <ac:spMk id="8" creationId="{E532AE59-270B-4E45-F01F-1671B49ACD74}"/>
            </ac:spMkLst>
          </pc:spChg>
          <pc:spChg chg="add">
            <ac:chgData name="riya singh" userId="7abd632d42337e32" providerId="LiveId" clId="{A2BB9560-E8EC-4498-9591-1BC8A0E3267C}" dt="2026-06-09T19:20:11.629" v="61"/>
            <ac:spMkLst>
              <pc:docMk/>
              <pc:sldMasterMk cId="1074521221" sldId="2147483711"/>
              <pc:sldLayoutMk cId="460404050" sldId="2147483718"/>
              <ac:spMk id="9" creationId="{58CBF5DE-093C-0668-EC75-9F9E16FCE3BA}"/>
            </ac:spMkLst>
          </pc:spChg>
          <pc:spChg chg="add">
            <ac:chgData name="riya singh" userId="7abd632d42337e32" providerId="LiveId" clId="{A2BB9560-E8EC-4498-9591-1BC8A0E3267C}" dt="2026-06-09T19:20:11.629" v="61"/>
            <ac:spMkLst>
              <pc:docMk/>
              <pc:sldMasterMk cId="1074521221" sldId="2147483711"/>
              <pc:sldLayoutMk cId="460404050" sldId="2147483718"/>
              <ac:spMk id="13" creationId="{A702300A-B006-15B6-3207-7FD8280567BC}"/>
            </ac:spMkLst>
          </pc:spChg>
          <pc:grpChg chg="add">
            <ac:chgData name="riya singh" userId="7abd632d42337e32" providerId="LiveId" clId="{A2BB9560-E8EC-4498-9591-1BC8A0E3267C}" dt="2026-06-09T19:20:11.629" v="61"/>
            <ac:grpSpMkLst>
              <pc:docMk/>
              <pc:sldMasterMk cId="1074521221" sldId="2147483711"/>
              <pc:sldLayoutMk cId="460404050" sldId="2147483718"/>
              <ac:grpSpMk id="10" creationId="{861CF406-7953-5DD2-9E1A-0A106AA34E1F}"/>
            </ac:grpSpMkLst>
          </pc:grpChg>
        </pc:sldLayoutChg>
        <pc:sldLayoutChg chg="addSp">
          <pc:chgData name="riya singh" userId="7abd632d42337e32" providerId="LiveId" clId="{A2BB9560-E8EC-4498-9591-1BC8A0E3267C}" dt="2026-06-09T19:20:11.629" v="61"/>
          <pc:sldLayoutMkLst>
            <pc:docMk/>
            <pc:sldMasterMk cId="1074521221" sldId="2147483711"/>
            <pc:sldLayoutMk cId="287357377" sldId="2147483719"/>
          </pc:sldLayoutMkLst>
          <pc:spChg chg="add">
            <ac:chgData name="riya singh" userId="7abd632d42337e32" providerId="LiveId" clId="{A2BB9560-E8EC-4498-9591-1BC8A0E3267C}" dt="2026-06-09T19:20:11.629" v="61"/>
            <ac:spMkLst>
              <pc:docMk/>
              <pc:sldMasterMk cId="1074521221" sldId="2147483711"/>
              <pc:sldLayoutMk cId="287357377" sldId="2147483719"/>
              <ac:spMk id="8" creationId="{0020D20C-D731-8368-8E33-7DD112A57A7F}"/>
            </ac:spMkLst>
          </pc:spChg>
          <pc:spChg chg="add">
            <ac:chgData name="riya singh" userId="7abd632d42337e32" providerId="LiveId" clId="{A2BB9560-E8EC-4498-9591-1BC8A0E3267C}" dt="2026-06-09T19:20:11.629" v="61"/>
            <ac:spMkLst>
              <pc:docMk/>
              <pc:sldMasterMk cId="1074521221" sldId="2147483711"/>
              <pc:sldLayoutMk cId="287357377" sldId="2147483719"/>
              <ac:spMk id="9" creationId="{6A7F54F6-E13F-C923-25F5-F9B0DF5E7DFC}"/>
            </ac:spMkLst>
          </pc:spChg>
          <pc:spChg chg="add">
            <ac:chgData name="riya singh" userId="7abd632d42337e32" providerId="LiveId" clId="{A2BB9560-E8EC-4498-9591-1BC8A0E3267C}" dt="2026-06-09T19:20:11.629" v="61"/>
            <ac:spMkLst>
              <pc:docMk/>
              <pc:sldMasterMk cId="1074521221" sldId="2147483711"/>
              <pc:sldLayoutMk cId="287357377" sldId="2147483719"/>
              <ac:spMk id="10" creationId="{094E85E7-CEAE-E8A8-D649-99F0896D2AC3}"/>
            </ac:spMkLst>
          </pc:spChg>
          <pc:spChg chg="add">
            <ac:chgData name="riya singh" userId="7abd632d42337e32" providerId="LiveId" clId="{A2BB9560-E8EC-4498-9591-1BC8A0E3267C}" dt="2026-06-09T19:20:11.629" v="61"/>
            <ac:spMkLst>
              <pc:docMk/>
              <pc:sldMasterMk cId="1074521221" sldId="2147483711"/>
              <pc:sldLayoutMk cId="287357377" sldId="2147483719"/>
              <ac:spMk id="11" creationId="{15D4326E-E816-7DA4-8C77-30A7022DD0FF}"/>
            </ac:spMkLst>
          </pc:spChg>
          <pc:spChg chg="add">
            <ac:chgData name="riya singh" userId="7abd632d42337e32" providerId="LiveId" clId="{A2BB9560-E8EC-4498-9591-1BC8A0E3267C}" dt="2026-06-09T19:20:11.629" v="61"/>
            <ac:spMkLst>
              <pc:docMk/>
              <pc:sldMasterMk cId="1074521221" sldId="2147483711"/>
              <pc:sldLayoutMk cId="287357377" sldId="2147483719"/>
              <ac:spMk id="12" creationId="{8E4B1DDB-3385-4BC6-34BF-3183B7695CFB}"/>
            </ac:spMkLst>
          </pc:spChg>
          <pc:spChg chg="add">
            <ac:chgData name="riya singh" userId="7abd632d42337e32" providerId="LiveId" clId="{A2BB9560-E8EC-4498-9591-1BC8A0E3267C}" dt="2026-06-09T19:20:11.629" v="61"/>
            <ac:spMkLst>
              <pc:docMk/>
              <pc:sldMasterMk cId="1074521221" sldId="2147483711"/>
              <pc:sldLayoutMk cId="287357377" sldId="2147483719"/>
              <ac:spMk id="20" creationId="{758894E8-C634-BC83-037A-28259A3D62D5}"/>
            </ac:spMkLst>
          </pc:spChg>
          <pc:grpChg chg="add">
            <ac:chgData name="riya singh" userId="7abd632d42337e32" providerId="LiveId" clId="{A2BB9560-E8EC-4498-9591-1BC8A0E3267C}" dt="2026-06-09T19:20:11.629" v="61"/>
            <ac:grpSpMkLst>
              <pc:docMk/>
              <pc:sldMasterMk cId="1074521221" sldId="2147483711"/>
              <pc:sldLayoutMk cId="287357377" sldId="2147483719"/>
              <ac:grpSpMk id="13" creationId="{3BE8807C-D08F-0FFB-63DA-1968EDA55590}"/>
            </ac:grpSpMkLst>
          </pc:grpChg>
          <pc:grpChg chg="add">
            <ac:chgData name="riya singh" userId="7abd632d42337e32" providerId="LiveId" clId="{A2BB9560-E8EC-4498-9591-1BC8A0E3267C}" dt="2026-06-09T19:20:11.629" v="61"/>
            <ac:grpSpMkLst>
              <pc:docMk/>
              <pc:sldMasterMk cId="1074521221" sldId="2147483711"/>
              <pc:sldLayoutMk cId="287357377" sldId="2147483719"/>
              <ac:grpSpMk id="16" creationId="{2AF85775-6219-EC48-517D-7F2F40DF73C8}"/>
            </ac:grpSpMkLst>
          </pc:grpChg>
        </pc:sldLayoutChg>
        <pc:sldLayoutChg chg="addSp">
          <pc:chgData name="riya singh" userId="7abd632d42337e32" providerId="LiveId" clId="{A2BB9560-E8EC-4498-9591-1BC8A0E3267C}" dt="2026-06-09T19:20:11.629" v="61"/>
          <pc:sldLayoutMkLst>
            <pc:docMk/>
            <pc:sldMasterMk cId="1074521221" sldId="2147483711"/>
            <pc:sldLayoutMk cId="413608105" sldId="2147483720"/>
          </pc:sldLayoutMkLst>
          <pc:spChg chg="add">
            <ac:chgData name="riya singh" userId="7abd632d42337e32" providerId="LiveId" clId="{A2BB9560-E8EC-4498-9591-1BC8A0E3267C}" dt="2026-06-09T19:20:11.629" v="61"/>
            <ac:spMkLst>
              <pc:docMk/>
              <pc:sldMasterMk cId="1074521221" sldId="2147483711"/>
              <pc:sldLayoutMk cId="413608105" sldId="2147483720"/>
              <ac:spMk id="9" creationId="{E7240BF7-E632-1FF8-76A7-5E1A2F09B788}"/>
            </ac:spMkLst>
          </pc:spChg>
          <pc:spChg chg="add">
            <ac:chgData name="riya singh" userId="7abd632d42337e32" providerId="LiveId" clId="{A2BB9560-E8EC-4498-9591-1BC8A0E3267C}" dt="2026-06-09T19:20:11.629" v="61"/>
            <ac:spMkLst>
              <pc:docMk/>
              <pc:sldMasterMk cId="1074521221" sldId="2147483711"/>
              <pc:sldLayoutMk cId="413608105" sldId="2147483720"/>
              <ac:spMk id="10" creationId="{20855064-459E-967C-8FE4-21D63139EB80}"/>
            </ac:spMkLst>
          </pc:spChg>
          <pc:spChg chg="add">
            <ac:chgData name="riya singh" userId="7abd632d42337e32" providerId="LiveId" clId="{A2BB9560-E8EC-4498-9591-1BC8A0E3267C}" dt="2026-06-09T19:20:11.629" v="61"/>
            <ac:spMkLst>
              <pc:docMk/>
              <pc:sldMasterMk cId="1074521221" sldId="2147483711"/>
              <pc:sldLayoutMk cId="413608105" sldId="2147483720"/>
              <ac:spMk id="11" creationId="{57E9DBC9-2064-8709-21BB-51F30BC6EA0D}"/>
            </ac:spMkLst>
          </pc:spChg>
          <pc:spChg chg="add">
            <ac:chgData name="riya singh" userId="7abd632d42337e32" providerId="LiveId" clId="{A2BB9560-E8EC-4498-9591-1BC8A0E3267C}" dt="2026-06-09T19:20:11.629" v="61"/>
            <ac:spMkLst>
              <pc:docMk/>
              <pc:sldMasterMk cId="1074521221" sldId="2147483711"/>
              <pc:sldLayoutMk cId="413608105" sldId="2147483720"/>
              <ac:spMk id="12" creationId="{37E658C1-E8B7-7C29-2DCF-8093A5852804}"/>
            </ac:spMkLst>
          </pc:spChg>
          <pc:spChg chg="add">
            <ac:chgData name="riya singh" userId="7abd632d42337e32" providerId="LiveId" clId="{A2BB9560-E8EC-4498-9591-1BC8A0E3267C}" dt="2026-06-09T19:20:11.629" v="61"/>
            <ac:spMkLst>
              <pc:docMk/>
              <pc:sldMasterMk cId="1074521221" sldId="2147483711"/>
              <pc:sldLayoutMk cId="413608105" sldId="2147483720"/>
              <ac:spMk id="13" creationId="{18121560-9707-DE7C-D07A-F021E7AA6312}"/>
            </ac:spMkLst>
          </pc:spChg>
          <pc:spChg chg="add">
            <ac:chgData name="riya singh" userId="7abd632d42337e32" providerId="LiveId" clId="{A2BB9560-E8EC-4498-9591-1BC8A0E3267C}" dt="2026-06-09T19:20:11.629" v="61"/>
            <ac:spMkLst>
              <pc:docMk/>
              <pc:sldMasterMk cId="1074521221" sldId="2147483711"/>
              <pc:sldLayoutMk cId="413608105" sldId="2147483720"/>
              <ac:spMk id="22" creationId="{4425626F-233C-DA00-CAE0-608F30404114}"/>
            </ac:spMkLst>
          </pc:spChg>
          <pc:grpChg chg="add">
            <ac:chgData name="riya singh" userId="7abd632d42337e32" providerId="LiveId" clId="{A2BB9560-E8EC-4498-9591-1BC8A0E3267C}" dt="2026-06-09T19:20:11.629" v="61"/>
            <ac:grpSpMkLst>
              <pc:docMk/>
              <pc:sldMasterMk cId="1074521221" sldId="2147483711"/>
              <pc:sldLayoutMk cId="413608105" sldId="2147483720"/>
              <ac:grpSpMk id="14" creationId="{131A16FA-1B47-FD54-5FFE-7CFA3B2D6256}"/>
            </ac:grpSpMkLst>
          </pc:grpChg>
          <pc:grpChg chg="add">
            <ac:chgData name="riya singh" userId="7abd632d42337e32" providerId="LiveId" clId="{A2BB9560-E8EC-4498-9591-1BC8A0E3267C}" dt="2026-06-09T19:20:11.629" v="61"/>
            <ac:grpSpMkLst>
              <pc:docMk/>
              <pc:sldMasterMk cId="1074521221" sldId="2147483711"/>
              <pc:sldLayoutMk cId="413608105" sldId="2147483720"/>
              <ac:grpSpMk id="17" creationId="{337D0F84-23AF-52AC-4845-84F71E52A0FC}"/>
            </ac:grpSpMkLst>
          </pc:grpChg>
        </pc:sldLayoutChg>
      </pc:sldMasterChg>
      <pc:sldMasterChg chg="addSp modSldLayout">
        <pc:chgData name="riya singh" userId="7abd632d42337e32" providerId="LiveId" clId="{A2BB9560-E8EC-4498-9591-1BC8A0E3267C}" dt="2026-06-09T19:20:14.947" v="64"/>
        <pc:sldMasterMkLst>
          <pc:docMk/>
          <pc:sldMasterMk cId="3137839715" sldId="2147483725"/>
        </pc:sldMasterMkLst>
        <pc:spChg chg="add">
          <ac:chgData name="riya singh" userId="7abd632d42337e32" providerId="LiveId" clId="{A2BB9560-E8EC-4498-9591-1BC8A0E3267C}" dt="2026-06-09T19:20:14.947" v="64"/>
          <ac:spMkLst>
            <pc:docMk/>
            <pc:sldMasterMk cId="3137839715" sldId="2147483725"/>
            <ac:spMk id="8" creationId="{DDC3A2D9-9241-167C-2E92-B0B6108FEC14}"/>
          </ac:spMkLst>
        </pc:spChg>
        <pc:spChg chg="add">
          <ac:chgData name="riya singh" userId="7abd632d42337e32" providerId="LiveId" clId="{A2BB9560-E8EC-4498-9591-1BC8A0E3267C}" dt="2026-06-09T19:20:14.947" v="64"/>
          <ac:spMkLst>
            <pc:docMk/>
            <pc:sldMasterMk cId="3137839715" sldId="2147483725"/>
            <ac:spMk id="10" creationId="{9BFC5301-C974-E5A2-4577-A718A55F3A16}"/>
          </ac:spMkLst>
        </pc:spChg>
        <pc:spChg chg="add">
          <ac:chgData name="riya singh" userId="7abd632d42337e32" providerId="LiveId" clId="{A2BB9560-E8EC-4498-9591-1BC8A0E3267C}" dt="2026-06-09T19:20:14.947" v="64"/>
          <ac:spMkLst>
            <pc:docMk/>
            <pc:sldMasterMk cId="3137839715" sldId="2147483725"/>
            <ac:spMk id="11" creationId="{9CF2ECE2-E5EA-3B1F-580F-9CB3E0B13D15}"/>
          </ac:spMkLst>
        </pc:spChg>
        <pc:spChg chg="add">
          <ac:chgData name="riya singh" userId="7abd632d42337e32" providerId="LiveId" clId="{A2BB9560-E8EC-4498-9591-1BC8A0E3267C}" dt="2026-06-09T19:20:14.947" v="64"/>
          <ac:spMkLst>
            <pc:docMk/>
            <pc:sldMasterMk cId="3137839715" sldId="2147483725"/>
            <ac:spMk id="13" creationId="{C60EDA02-BA73-D708-7507-21672E033BDF}"/>
          </ac:spMkLst>
        </pc:spChg>
        <pc:spChg chg="add">
          <ac:chgData name="riya singh" userId="7abd632d42337e32" providerId="LiveId" clId="{A2BB9560-E8EC-4498-9591-1BC8A0E3267C}" dt="2026-06-09T19:20:14.947" v="64"/>
          <ac:spMkLst>
            <pc:docMk/>
            <pc:sldMasterMk cId="3137839715" sldId="2147483725"/>
            <ac:spMk id="14" creationId="{FCD3950B-A592-7FB7-ECD1-88657708E51E}"/>
          </ac:spMkLst>
        </pc:spChg>
        <pc:spChg chg="add">
          <ac:chgData name="riya singh" userId="7abd632d42337e32" providerId="LiveId" clId="{A2BB9560-E8EC-4498-9591-1BC8A0E3267C}" dt="2026-06-09T19:20:14.947" v="64"/>
          <ac:spMkLst>
            <pc:docMk/>
            <pc:sldMasterMk cId="3137839715" sldId="2147483725"/>
            <ac:spMk id="15" creationId="{EE30A83A-B8A3-CE1A-17B6-79343F6C2228}"/>
          </ac:spMkLst>
        </pc:spChg>
        <pc:spChg chg="add">
          <ac:chgData name="riya singh" userId="7abd632d42337e32" providerId="LiveId" clId="{A2BB9560-E8EC-4498-9591-1BC8A0E3267C}" dt="2026-06-09T19:20:14.947" v="64"/>
          <ac:spMkLst>
            <pc:docMk/>
            <pc:sldMasterMk cId="3137839715" sldId="2147483725"/>
            <ac:spMk id="22" creationId="{32D14598-A066-4AB9-20DB-C2ED13D3C6E9}"/>
          </ac:spMkLst>
        </pc:spChg>
        <pc:spChg chg="add">
          <ac:chgData name="riya singh" userId="7abd632d42337e32" providerId="LiveId" clId="{A2BB9560-E8EC-4498-9591-1BC8A0E3267C}" dt="2026-06-09T19:20:14.947" v="64"/>
          <ac:spMkLst>
            <pc:docMk/>
            <pc:sldMasterMk cId="3137839715" sldId="2147483725"/>
            <ac:spMk id="23" creationId="{60E56406-B20C-872A-D053-83EFE1AE58A1}"/>
          </ac:spMkLst>
        </pc:spChg>
        <pc:grpChg chg="add">
          <ac:chgData name="riya singh" userId="7abd632d42337e32" providerId="LiveId" clId="{A2BB9560-E8EC-4498-9591-1BC8A0E3267C}" dt="2026-06-09T19:20:14.947" v="64"/>
          <ac:grpSpMkLst>
            <pc:docMk/>
            <pc:sldMasterMk cId="3137839715" sldId="2147483725"/>
            <ac:grpSpMk id="16" creationId="{D956685E-ACC5-6188-4B2B-971B33A24FB7}"/>
          </ac:grpSpMkLst>
        </pc:grpChg>
        <pc:grpChg chg="add">
          <ac:chgData name="riya singh" userId="7abd632d42337e32" providerId="LiveId" clId="{A2BB9560-E8EC-4498-9591-1BC8A0E3267C}" dt="2026-06-09T19:20:14.947" v="64"/>
          <ac:grpSpMkLst>
            <pc:docMk/>
            <pc:sldMasterMk cId="3137839715" sldId="2147483725"/>
            <ac:grpSpMk id="19" creationId="{DAE5F089-4C38-A13E-5431-4E76A4B36BDD}"/>
          </ac:grpSpMkLst>
        </pc:grpChg>
        <pc:sldLayoutChg chg="addSp">
          <pc:chgData name="riya singh" userId="7abd632d42337e32" providerId="LiveId" clId="{A2BB9560-E8EC-4498-9591-1BC8A0E3267C}" dt="2026-06-09T19:20:14.947" v="64"/>
          <pc:sldLayoutMkLst>
            <pc:docMk/>
            <pc:sldMasterMk cId="3137839715" sldId="2147483725"/>
            <pc:sldLayoutMk cId="687288609" sldId="2147483726"/>
          </pc:sldLayoutMkLst>
          <pc:spChg chg="add">
            <ac:chgData name="riya singh" userId="7abd632d42337e32" providerId="LiveId" clId="{A2BB9560-E8EC-4498-9591-1BC8A0E3267C}" dt="2026-06-09T19:20:14.947" v="64"/>
            <ac:spMkLst>
              <pc:docMk/>
              <pc:sldMasterMk cId="3137839715" sldId="2147483725"/>
              <pc:sldLayoutMk cId="687288609" sldId="2147483726"/>
              <ac:spMk id="7" creationId="{87A36D50-1C00-11E4-4E0D-21A0E3EC7B12}"/>
            </ac:spMkLst>
          </pc:spChg>
          <pc:grpChg chg="add">
            <ac:chgData name="riya singh" userId="7abd632d42337e32" providerId="LiveId" clId="{A2BB9560-E8EC-4498-9591-1BC8A0E3267C}" dt="2026-06-09T19:20:14.947" v="64"/>
            <ac:grpSpMkLst>
              <pc:docMk/>
              <pc:sldMasterMk cId="3137839715" sldId="2147483725"/>
              <pc:sldLayoutMk cId="687288609" sldId="2147483726"/>
              <ac:grpSpMk id="9" creationId="{FE66242A-0670-ACC4-7B2F-AEC4BB972EB4}"/>
            </ac:grpSpMkLst>
          </pc:grpChg>
        </pc:sldLayoutChg>
        <pc:sldLayoutChg chg="addSp">
          <pc:chgData name="riya singh" userId="7abd632d42337e32" providerId="LiveId" clId="{A2BB9560-E8EC-4498-9591-1BC8A0E3267C}" dt="2026-06-09T19:20:14.947" v="64"/>
          <pc:sldLayoutMkLst>
            <pc:docMk/>
            <pc:sldMasterMk cId="3137839715" sldId="2147483725"/>
            <pc:sldLayoutMk cId="1879626838" sldId="2147483727"/>
          </pc:sldLayoutMkLst>
          <pc:spChg chg="add">
            <ac:chgData name="riya singh" userId="7abd632d42337e32" providerId="LiveId" clId="{A2BB9560-E8EC-4498-9591-1BC8A0E3267C}" dt="2026-06-09T19:20:14.947" v="64"/>
            <ac:spMkLst>
              <pc:docMk/>
              <pc:sldMasterMk cId="3137839715" sldId="2147483725"/>
              <pc:sldLayoutMk cId="1879626838" sldId="2147483727"/>
              <ac:spMk id="7" creationId="{BCD278D0-0190-D94D-E254-168927D229D7}"/>
            </ac:spMkLst>
          </pc:spChg>
          <pc:spChg chg="add">
            <ac:chgData name="riya singh" userId="7abd632d42337e32" providerId="LiveId" clId="{A2BB9560-E8EC-4498-9591-1BC8A0E3267C}" dt="2026-06-09T19:20:14.947" v="64"/>
            <ac:spMkLst>
              <pc:docMk/>
              <pc:sldMasterMk cId="3137839715" sldId="2147483725"/>
              <pc:sldLayoutMk cId="1879626838" sldId="2147483727"/>
              <ac:spMk id="9" creationId="{01D27420-563F-4F16-FDE1-2FE3CFEA91DE}"/>
            </ac:spMkLst>
          </pc:spChg>
          <pc:spChg chg="add">
            <ac:chgData name="riya singh" userId="7abd632d42337e32" providerId="LiveId" clId="{A2BB9560-E8EC-4498-9591-1BC8A0E3267C}" dt="2026-06-09T19:20:14.947" v="64"/>
            <ac:spMkLst>
              <pc:docMk/>
              <pc:sldMasterMk cId="3137839715" sldId="2147483725"/>
              <pc:sldLayoutMk cId="1879626838" sldId="2147483727"/>
              <ac:spMk id="10" creationId="{A99198E4-4DEA-2C9F-4BC4-77C1844DA56F}"/>
            </ac:spMkLst>
          </pc:spChg>
          <pc:spChg chg="add">
            <ac:chgData name="riya singh" userId="7abd632d42337e32" providerId="LiveId" clId="{A2BB9560-E8EC-4498-9591-1BC8A0E3267C}" dt="2026-06-09T19:20:14.947" v="64"/>
            <ac:spMkLst>
              <pc:docMk/>
              <pc:sldMasterMk cId="3137839715" sldId="2147483725"/>
              <pc:sldLayoutMk cId="1879626838" sldId="2147483727"/>
              <ac:spMk id="11" creationId="{CA324637-D27A-8F75-A624-FB5288C4986E}"/>
            </ac:spMkLst>
          </pc:spChg>
          <pc:spChg chg="add">
            <ac:chgData name="riya singh" userId="7abd632d42337e32" providerId="LiveId" clId="{A2BB9560-E8EC-4498-9591-1BC8A0E3267C}" dt="2026-06-09T19:20:14.947" v="64"/>
            <ac:spMkLst>
              <pc:docMk/>
              <pc:sldMasterMk cId="3137839715" sldId="2147483725"/>
              <pc:sldLayoutMk cId="1879626838" sldId="2147483727"/>
              <ac:spMk id="12" creationId="{0B86E34C-A328-60F6-A471-CD700841A87D}"/>
            </ac:spMkLst>
          </pc:spChg>
          <pc:spChg chg="add">
            <ac:chgData name="riya singh" userId="7abd632d42337e32" providerId="LiveId" clId="{A2BB9560-E8EC-4498-9591-1BC8A0E3267C}" dt="2026-06-09T19:20:14.947" v="64"/>
            <ac:spMkLst>
              <pc:docMk/>
              <pc:sldMasterMk cId="3137839715" sldId="2147483725"/>
              <pc:sldLayoutMk cId="1879626838" sldId="2147483727"/>
              <ac:spMk id="19" creationId="{F4342038-B95D-C4BB-47A7-0E228C0D7389}"/>
            </ac:spMkLst>
          </pc:spChg>
          <pc:grpChg chg="add">
            <ac:chgData name="riya singh" userId="7abd632d42337e32" providerId="LiveId" clId="{A2BB9560-E8EC-4498-9591-1BC8A0E3267C}" dt="2026-06-09T19:20:14.947" v="64"/>
            <ac:grpSpMkLst>
              <pc:docMk/>
              <pc:sldMasterMk cId="3137839715" sldId="2147483725"/>
              <pc:sldLayoutMk cId="1879626838" sldId="2147483727"/>
              <ac:grpSpMk id="13" creationId="{54B98B1F-4418-F405-08EC-730BAD149048}"/>
            </ac:grpSpMkLst>
          </pc:grpChg>
          <pc:grpChg chg="add">
            <ac:chgData name="riya singh" userId="7abd632d42337e32" providerId="LiveId" clId="{A2BB9560-E8EC-4498-9591-1BC8A0E3267C}" dt="2026-06-09T19:20:14.947" v="64"/>
            <ac:grpSpMkLst>
              <pc:docMk/>
              <pc:sldMasterMk cId="3137839715" sldId="2147483725"/>
              <pc:sldLayoutMk cId="1879626838" sldId="2147483727"/>
              <ac:grpSpMk id="16" creationId="{CB0FD8F3-69C3-BAEA-6F4B-214A049972EE}"/>
            </ac:grpSpMkLst>
          </pc:grpChg>
        </pc:sldLayoutChg>
        <pc:sldLayoutChg chg="addSp">
          <pc:chgData name="riya singh" userId="7abd632d42337e32" providerId="LiveId" clId="{A2BB9560-E8EC-4498-9591-1BC8A0E3267C}" dt="2026-06-09T19:20:14.947" v="64"/>
          <pc:sldLayoutMkLst>
            <pc:docMk/>
            <pc:sldMasterMk cId="3137839715" sldId="2147483725"/>
            <pc:sldLayoutMk cId="988187204" sldId="2147483728"/>
          </pc:sldLayoutMkLst>
          <pc:spChg chg="add">
            <ac:chgData name="riya singh" userId="7abd632d42337e32" providerId="LiveId" clId="{A2BB9560-E8EC-4498-9591-1BC8A0E3267C}" dt="2026-06-09T19:20:14.947" v="64"/>
            <ac:spMkLst>
              <pc:docMk/>
              <pc:sldMasterMk cId="3137839715" sldId="2147483725"/>
              <pc:sldLayoutMk cId="988187204" sldId="2147483728"/>
              <ac:spMk id="7" creationId="{64ED0CB2-64BC-1F6D-FE9C-C718020931B3}"/>
            </ac:spMkLst>
          </pc:spChg>
          <pc:spChg chg="add">
            <ac:chgData name="riya singh" userId="7abd632d42337e32" providerId="LiveId" clId="{A2BB9560-E8EC-4498-9591-1BC8A0E3267C}" dt="2026-06-09T19:20:14.947" v="64"/>
            <ac:spMkLst>
              <pc:docMk/>
              <pc:sldMasterMk cId="3137839715" sldId="2147483725"/>
              <pc:sldLayoutMk cId="988187204" sldId="2147483728"/>
              <ac:spMk id="9" creationId="{101DF9E2-99FC-8F2A-48BB-0D02409CFBF8}"/>
            </ac:spMkLst>
          </pc:spChg>
          <pc:spChg chg="add">
            <ac:chgData name="riya singh" userId="7abd632d42337e32" providerId="LiveId" clId="{A2BB9560-E8EC-4498-9591-1BC8A0E3267C}" dt="2026-06-09T19:20:14.947" v="64"/>
            <ac:spMkLst>
              <pc:docMk/>
              <pc:sldMasterMk cId="3137839715" sldId="2147483725"/>
              <pc:sldLayoutMk cId="988187204" sldId="2147483728"/>
              <ac:spMk id="10" creationId="{CA00324C-F718-766F-8585-F4CB4DCC2302}"/>
            </ac:spMkLst>
          </pc:spChg>
          <pc:spChg chg="add">
            <ac:chgData name="riya singh" userId="7abd632d42337e32" providerId="LiveId" clId="{A2BB9560-E8EC-4498-9591-1BC8A0E3267C}" dt="2026-06-09T19:20:14.947" v="64"/>
            <ac:spMkLst>
              <pc:docMk/>
              <pc:sldMasterMk cId="3137839715" sldId="2147483725"/>
              <pc:sldLayoutMk cId="988187204" sldId="2147483728"/>
              <ac:spMk id="11" creationId="{4FF78B32-EBB8-E7AA-02B4-AE3A4E8CFE45}"/>
            </ac:spMkLst>
          </pc:spChg>
          <pc:spChg chg="add">
            <ac:chgData name="riya singh" userId="7abd632d42337e32" providerId="LiveId" clId="{A2BB9560-E8EC-4498-9591-1BC8A0E3267C}" dt="2026-06-09T19:20:14.947" v="64"/>
            <ac:spMkLst>
              <pc:docMk/>
              <pc:sldMasterMk cId="3137839715" sldId="2147483725"/>
              <pc:sldLayoutMk cId="988187204" sldId="2147483728"/>
              <ac:spMk id="12" creationId="{A1D39C5F-9129-882A-1740-2BE21E8ACA06}"/>
            </ac:spMkLst>
          </pc:spChg>
          <pc:spChg chg="add">
            <ac:chgData name="riya singh" userId="7abd632d42337e32" providerId="LiveId" clId="{A2BB9560-E8EC-4498-9591-1BC8A0E3267C}" dt="2026-06-09T19:20:14.947" v="64"/>
            <ac:spMkLst>
              <pc:docMk/>
              <pc:sldMasterMk cId="3137839715" sldId="2147483725"/>
              <pc:sldLayoutMk cId="988187204" sldId="2147483728"/>
              <ac:spMk id="13" creationId="{E5F4FA19-A8EE-6977-93C4-6BFD71FECEE3}"/>
            </ac:spMkLst>
          </pc:spChg>
          <pc:spChg chg="add">
            <ac:chgData name="riya singh" userId="7abd632d42337e32" providerId="LiveId" clId="{A2BB9560-E8EC-4498-9591-1BC8A0E3267C}" dt="2026-06-09T19:20:14.947" v="64"/>
            <ac:spMkLst>
              <pc:docMk/>
              <pc:sldMasterMk cId="3137839715" sldId="2147483725"/>
              <pc:sldLayoutMk cId="988187204" sldId="2147483728"/>
              <ac:spMk id="14" creationId="{2479E740-0482-75D3-65EF-CAE48492025D}"/>
            </ac:spMkLst>
          </pc:spChg>
          <pc:spChg chg="add">
            <ac:chgData name="riya singh" userId="7abd632d42337e32" providerId="LiveId" clId="{A2BB9560-E8EC-4498-9591-1BC8A0E3267C}" dt="2026-06-09T19:20:14.947" v="64"/>
            <ac:spMkLst>
              <pc:docMk/>
              <pc:sldMasterMk cId="3137839715" sldId="2147483725"/>
              <pc:sldLayoutMk cId="988187204" sldId="2147483728"/>
              <ac:spMk id="15" creationId="{A54122F7-14A9-0CDA-DD22-A4C77C8D675A}"/>
            </ac:spMkLst>
          </pc:spChg>
          <pc:spChg chg="add">
            <ac:chgData name="riya singh" userId="7abd632d42337e32" providerId="LiveId" clId="{A2BB9560-E8EC-4498-9591-1BC8A0E3267C}" dt="2026-06-09T19:20:14.947" v="64"/>
            <ac:spMkLst>
              <pc:docMk/>
              <pc:sldMasterMk cId="3137839715" sldId="2147483725"/>
              <pc:sldLayoutMk cId="988187204" sldId="2147483728"/>
              <ac:spMk id="16" creationId="{EE7F570E-3779-158A-CEAA-71BE08C4E2E0}"/>
            </ac:spMkLst>
          </pc:spChg>
          <pc:grpChg chg="add">
            <ac:chgData name="riya singh" userId="7abd632d42337e32" providerId="LiveId" clId="{A2BB9560-E8EC-4498-9591-1BC8A0E3267C}" dt="2026-06-09T19:20:14.947" v="64"/>
            <ac:grpSpMkLst>
              <pc:docMk/>
              <pc:sldMasterMk cId="3137839715" sldId="2147483725"/>
              <pc:sldLayoutMk cId="988187204" sldId="2147483728"/>
              <ac:grpSpMk id="17" creationId="{A12B8806-F3EC-33B1-3F23-A4F649DEA0C7}"/>
            </ac:grpSpMkLst>
          </pc:grpChg>
        </pc:sldLayoutChg>
        <pc:sldLayoutChg chg="addSp">
          <pc:chgData name="riya singh" userId="7abd632d42337e32" providerId="LiveId" clId="{A2BB9560-E8EC-4498-9591-1BC8A0E3267C}" dt="2026-06-09T19:20:14.947" v="64"/>
          <pc:sldLayoutMkLst>
            <pc:docMk/>
            <pc:sldMasterMk cId="3137839715" sldId="2147483725"/>
            <pc:sldLayoutMk cId="2226082142" sldId="2147483729"/>
          </pc:sldLayoutMkLst>
          <pc:spChg chg="add">
            <ac:chgData name="riya singh" userId="7abd632d42337e32" providerId="LiveId" clId="{A2BB9560-E8EC-4498-9591-1BC8A0E3267C}" dt="2026-06-09T19:20:14.947" v="64"/>
            <ac:spMkLst>
              <pc:docMk/>
              <pc:sldMasterMk cId="3137839715" sldId="2147483725"/>
              <pc:sldLayoutMk cId="2226082142" sldId="2147483729"/>
              <ac:spMk id="8" creationId="{8C88BDBC-E793-BB82-0EE0-B03C67866FB8}"/>
            </ac:spMkLst>
          </pc:spChg>
          <pc:spChg chg="add">
            <ac:chgData name="riya singh" userId="7abd632d42337e32" providerId="LiveId" clId="{A2BB9560-E8EC-4498-9591-1BC8A0E3267C}" dt="2026-06-09T19:20:14.947" v="64"/>
            <ac:spMkLst>
              <pc:docMk/>
              <pc:sldMasterMk cId="3137839715" sldId="2147483725"/>
              <pc:sldLayoutMk cId="2226082142" sldId="2147483729"/>
              <ac:spMk id="10" creationId="{DE78F975-3789-136F-3993-2A7AA9E335BA}"/>
            </ac:spMkLst>
          </pc:spChg>
          <pc:spChg chg="add">
            <ac:chgData name="riya singh" userId="7abd632d42337e32" providerId="LiveId" clId="{A2BB9560-E8EC-4498-9591-1BC8A0E3267C}" dt="2026-06-09T19:20:14.947" v="64"/>
            <ac:spMkLst>
              <pc:docMk/>
              <pc:sldMasterMk cId="3137839715" sldId="2147483725"/>
              <pc:sldLayoutMk cId="2226082142" sldId="2147483729"/>
              <ac:spMk id="11" creationId="{75001FD3-7620-B27D-0D31-93F190511451}"/>
            </ac:spMkLst>
          </pc:spChg>
          <pc:spChg chg="add">
            <ac:chgData name="riya singh" userId="7abd632d42337e32" providerId="LiveId" clId="{A2BB9560-E8EC-4498-9591-1BC8A0E3267C}" dt="2026-06-09T19:20:14.947" v="64"/>
            <ac:spMkLst>
              <pc:docMk/>
              <pc:sldMasterMk cId="3137839715" sldId="2147483725"/>
              <pc:sldLayoutMk cId="2226082142" sldId="2147483729"/>
              <ac:spMk id="12" creationId="{6099214C-6BA6-5AAA-ADDA-E20AFE60A126}"/>
            </ac:spMkLst>
          </pc:spChg>
          <pc:spChg chg="add">
            <ac:chgData name="riya singh" userId="7abd632d42337e32" providerId="LiveId" clId="{A2BB9560-E8EC-4498-9591-1BC8A0E3267C}" dt="2026-06-09T19:20:14.947" v="64"/>
            <ac:spMkLst>
              <pc:docMk/>
              <pc:sldMasterMk cId="3137839715" sldId="2147483725"/>
              <pc:sldLayoutMk cId="2226082142" sldId="2147483729"/>
              <ac:spMk id="13" creationId="{E7DD58BD-B5A3-F471-3934-36FBA19F7FE1}"/>
            </ac:spMkLst>
          </pc:spChg>
          <pc:spChg chg="add">
            <ac:chgData name="riya singh" userId="7abd632d42337e32" providerId="LiveId" clId="{A2BB9560-E8EC-4498-9591-1BC8A0E3267C}" dt="2026-06-09T19:20:14.947" v="64"/>
            <ac:spMkLst>
              <pc:docMk/>
              <pc:sldMasterMk cId="3137839715" sldId="2147483725"/>
              <pc:sldLayoutMk cId="2226082142" sldId="2147483729"/>
              <ac:spMk id="20" creationId="{2E07361E-35CA-BB29-7D40-54C70E05A981}"/>
            </ac:spMkLst>
          </pc:spChg>
          <pc:grpChg chg="add">
            <ac:chgData name="riya singh" userId="7abd632d42337e32" providerId="LiveId" clId="{A2BB9560-E8EC-4498-9591-1BC8A0E3267C}" dt="2026-06-09T19:20:14.947" v="64"/>
            <ac:grpSpMkLst>
              <pc:docMk/>
              <pc:sldMasterMk cId="3137839715" sldId="2147483725"/>
              <pc:sldLayoutMk cId="2226082142" sldId="2147483729"/>
              <ac:grpSpMk id="14" creationId="{F485950D-EA72-AEF6-6CD0-2887BF91BBDB}"/>
            </ac:grpSpMkLst>
          </pc:grpChg>
          <pc:grpChg chg="add">
            <ac:chgData name="riya singh" userId="7abd632d42337e32" providerId="LiveId" clId="{A2BB9560-E8EC-4498-9591-1BC8A0E3267C}" dt="2026-06-09T19:20:14.947" v="64"/>
            <ac:grpSpMkLst>
              <pc:docMk/>
              <pc:sldMasterMk cId="3137839715" sldId="2147483725"/>
              <pc:sldLayoutMk cId="2226082142" sldId="2147483729"/>
              <ac:grpSpMk id="17" creationId="{5737F2C3-9871-80B4-56FA-99FA8F442F87}"/>
            </ac:grpSpMkLst>
          </pc:grpChg>
        </pc:sldLayoutChg>
        <pc:sldLayoutChg chg="addSp">
          <pc:chgData name="riya singh" userId="7abd632d42337e32" providerId="LiveId" clId="{A2BB9560-E8EC-4498-9591-1BC8A0E3267C}" dt="2026-06-09T19:20:14.947" v="64"/>
          <pc:sldLayoutMkLst>
            <pc:docMk/>
            <pc:sldMasterMk cId="3137839715" sldId="2147483725"/>
            <pc:sldLayoutMk cId="1754095170" sldId="2147483730"/>
          </pc:sldLayoutMkLst>
          <pc:spChg chg="add">
            <ac:chgData name="riya singh" userId="7abd632d42337e32" providerId="LiveId" clId="{A2BB9560-E8EC-4498-9591-1BC8A0E3267C}" dt="2026-06-09T19:20:14.947" v="64"/>
            <ac:spMkLst>
              <pc:docMk/>
              <pc:sldMasterMk cId="3137839715" sldId="2147483725"/>
              <pc:sldLayoutMk cId="1754095170" sldId="2147483730"/>
              <ac:spMk id="10" creationId="{6BBCF2F8-7DA5-BD0C-4097-F7096F969F50}"/>
            </ac:spMkLst>
          </pc:spChg>
          <pc:spChg chg="add">
            <ac:chgData name="riya singh" userId="7abd632d42337e32" providerId="LiveId" clId="{A2BB9560-E8EC-4498-9591-1BC8A0E3267C}" dt="2026-06-09T19:20:14.947" v="64"/>
            <ac:spMkLst>
              <pc:docMk/>
              <pc:sldMasterMk cId="3137839715" sldId="2147483725"/>
              <pc:sldLayoutMk cId="1754095170" sldId="2147483730"/>
              <ac:spMk id="12" creationId="{31828137-C32D-E530-10B3-84135E8C26B1}"/>
            </ac:spMkLst>
          </pc:spChg>
          <pc:spChg chg="add">
            <ac:chgData name="riya singh" userId="7abd632d42337e32" providerId="LiveId" clId="{A2BB9560-E8EC-4498-9591-1BC8A0E3267C}" dt="2026-06-09T19:20:14.947" v="64"/>
            <ac:spMkLst>
              <pc:docMk/>
              <pc:sldMasterMk cId="3137839715" sldId="2147483725"/>
              <pc:sldLayoutMk cId="1754095170" sldId="2147483730"/>
              <ac:spMk id="13" creationId="{13056E5A-CC4E-B0C6-27EE-C49ABD18F963}"/>
            </ac:spMkLst>
          </pc:spChg>
          <pc:spChg chg="add">
            <ac:chgData name="riya singh" userId="7abd632d42337e32" providerId="LiveId" clId="{A2BB9560-E8EC-4498-9591-1BC8A0E3267C}" dt="2026-06-09T19:20:14.947" v="64"/>
            <ac:spMkLst>
              <pc:docMk/>
              <pc:sldMasterMk cId="3137839715" sldId="2147483725"/>
              <pc:sldLayoutMk cId="1754095170" sldId="2147483730"/>
              <ac:spMk id="14" creationId="{7EC09E89-AAC2-864C-9ADE-EE8DF4DE07BF}"/>
            </ac:spMkLst>
          </pc:spChg>
          <pc:spChg chg="add">
            <ac:chgData name="riya singh" userId="7abd632d42337e32" providerId="LiveId" clId="{A2BB9560-E8EC-4498-9591-1BC8A0E3267C}" dt="2026-06-09T19:20:14.947" v="64"/>
            <ac:spMkLst>
              <pc:docMk/>
              <pc:sldMasterMk cId="3137839715" sldId="2147483725"/>
              <pc:sldLayoutMk cId="1754095170" sldId="2147483730"/>
              <ac:spMk id="15" creationId="{81194858-A048-BC4F-7FFF-1EC661568056}"/>
            </ac:spMkLst>
          </pc:spChg>
          <pc:spChg chg="add">
            <ac:chgData name="riya singh" userId="7abd632d42337e32" providerId="LiveId" clId="{A2BB9560-E8EC-4498-9591-1BC8A0E3267C}" dt="2026-06-09T19:20:14.947" v="64"/>
            <ac:spMkLst>
              <pc:docMk/>
              <pc:sldMasterMk cId="3137839715" sldId="2147483725"/>
              <pc:sldLayoutMk cId="1754095170" sldId="2147483730"/>
              <ac:spMk id="22" creationId="{A9B9D18F-AADB-CF1D-B584-DE28952F1608}"/>
            </ac:spMkLst>
          </pc:spChg>
          <pc:grpChg chg="add">
            <ac:chgData name="riya singh" userId="7abd632d42337e32" providerId="LiveId" clId="{A2BB9560-E8EC-4498-9591-1BC8A0E3267C}" dt="2026-06-09T19:20:14.947" v="64"/>
            <ac:grpSpMkLst>
              <pc:docMk/>
              <pc:sldMasterMk cId="3137839715" sldId="2147483725"/>
              <pc:sldLayoutMk cId="1754095170" sldId="2147483730"/>
              <ac:grpSpMk id="16" creationId="{17D2599C-99A2-1BCD-77AA-DF6509CDD2CC}"/>
            </ac:grpSpMkLst>
          </pc:grpChg>
          <pc:grpChg chg="add">
            <ac:chgData name="riya singh" userId="7abd632d42337e32" providerId="LiveId" clId="{A2BB9560-E8EC-4498-9591-1BC8A0E3267C}" dt="2026-06-09T19:20:14.947" v="64"/>
            <ac:grpSpMkLst>
              <pc:docMk/>
              <pc:sldMasterMk cId="3137839715" sldId="2147483725"/>
              <pc:sldLayoutMk cId="1754095170" sldId="2147483730"/>
              <ac:grpSpMk id="19" creationId="{A04BF007-CB3F-89AA-5E9D-1AF51A8683C2}"/>
            </ac:grpSpMkLst>
          </pc:grpChg>
        </pc:sldLayoutChg>
        <pc:sldLayoutChg chg="addSp">
          <pc:chgData name="riya singh" userId="7abd632d42337e32" providerId="LiveId" clId="{A2BB9560-E8EC-4498-9591-1BC8A0E3267C}" dt="2026-06-09T19:20:14.947" v="64"/>
          <pc:sldLayoutMkLst>
            <pc:docMk/>
            <pc:sldMasterMk cId="3137839715" sldId="2147483725"/>
            <pc:sldLayoutMk cId="3410532735" sldId="2147483731"/>
          </pc:sldLayoutMkLst>
          <pc:spChg chg="add">
            <ac:chgData name="riya singh" userId="7abd632d42337e32" providerId="LiveId" clId="{A2BB9560-E8EC-4498-9591-1BC8A0E3267C}" dt="2026-06-09T19:20:14.947" v="64"/>
            <ac:spMkLst>
              <pc:docMk/>
              <pc:sldMasterMk cId="3137839715" sldId="2147483725"/>
              <pc:sldLayoutMk cId="3410532735" sldId="2147483731"/>
              <ac:spMk id="6" creationId="{A394C875-7C7F-EB43-A98A-33C1F622D0C6}"/>
            </ac:spMkLst>
          </pc:spChg>
          <pc:spChg chg="add">
            <ac:chgData name="riya singh" userId="7abd632d42337e32" providerId="LiveId" clId="{A2BB9560-E8EC-4498-9591-1BC8A0E3267C}" dt="2026-06-09T19:20:14.947" v="64"/>
            <ac:spMkLst>
              <pc:docMk/>
              <pc:sldMasterMk cId="3137839715" sldId="2147483725"/>
              <pc:sldLayoutMk cId="3410532735" sldId="2147483731"/>
              <ac:spMk id="8" creationId="{DD64D07C-A503-FC1B-F25E-03BB242A375B}"/>
            </ac:spMkLst>
          </pc:spChg>
          <pc:spChg chg="add">
            <ac:chgData name="riya singh" userId="7abd632d42337e32" providerId="LiveId" clId="{A2BB9560-E8EC-4498-9591-1BC8A0E3267C}" dt="2026-06-09T19:20:14.947" v="64"/>
            <ac:spMkLst>
              <pc:docMk/>
              <pc:sldMasterMk cId="3137839715" sldId="2147483725"/>
              <pc:sldLayoutMk cId="3410532735" sldId="2147483731"/>
              <ac:spMk id="9" creationId="{3BBD0D74-30BC-2078-1AE4-EE490C7600DA}"/>
            </ac:spMkLst>
          </pc:spChg>
          <pc:spChg chg="add">
            <ac:chgData name="riya singh" userId="7abd632d42337e32" providerId="LiveId" clId="{A2BB9560-E8EC-4498-9591-1BC8A0E3267C}" dt="2026-06-09T19:20:14.947" v="64"/>
            <ac:spMkLst>
              <pc:docMk/>
              <pc:sldMasterMk cId="3137839715" sldId="2147483725"/>
              <pc:sldLayoutMk cId="3410532735" sldId="2147483731"/>
              <ac:spMk id="10" creationId="{AF89251F-BD56-D8C1-7089-295E8CD2B99D}"/>
            </ac:spMkLst>
          </pc:spChg>
          <pc:spChg chg="add">
            <ac:chgData name="riya singh" userId="7abd632d42337e32" providerId="LiveId" clId="{A2BB9560-E8EC-4498-9591-1BC8A0E3267C}" dt="2026-06-09T19:20:14.947" v="64"/>
            <ac:spMkLst>
              <pc:docMk/>
              <pc:sldMasterMk cId="3137839715" sldId="2147483725"/>
              <pc:sldLayoutMk cId="3410532735" sldId="2147483731"/>
              <ac:spMk id="11" creationId="{20D259E6-FEF5-1F00-42AA-EBB679892579}"/>
            </ac:spMkLst>
          </pc:spChg>
          <pc:spChg chg="add">
            <ac:chgData name="riya singh" userId="7abd632d42337e32" providerId="LiveId" clId="{A2BB9560-E8EC-4498-9591-1BC8A0E3267C}" dt="2026-06-09T19:20:14.947" v="64"/>
            <ac:spMkLst>
              <pc:docMk/>
              <pc:sldMasterMk cId="3137839715" sldId="2147483725"/>
              <pc:sldLayoutMk cId="3410532735" sldId="2147483731"/>
              <ac:spMk id="18" creationId="{F3AE3122-94BF-2EC1-489B-7953CE3121E4}"/>
            </ac:spMkLst>
          </pc:spChg>
          <pc:grpChg chg="add">
            <ac:chgData name="riya singh" userId="7abd632d42337e32" providerId="LiveId" clId="{A2BB9560-E8EC-4498-9591-1BC8A0E3267C}" dt="2026-06-09T19:20:14.947" v="64"/>
            <ac:grpSpMkLst>
              <pc:docMk/>
              <pc:sldMasterMk cId="3137839715" sldId="2147483725"/>
              <pc:sldLayoutMk cId="3410532735" sldId="2147483731"/>
              <ac:grpSpMk id="12" creationId="{6513451C-6DA5-8693-C6F8-27CB2845ABBB}"/>
            </ac:grpSpMkLst>
          </pc:grpChg>
          <pc:grpChg chg="add">
            <ac:chgData name="riya singh" userId="7abd632d42337e32" providerId="LiveId" clId="{A2BB9560-E8EC-4498-9591-1BC8A0E3267C}" dt="2026-06-09T19:20:14.947" v="64"/>
            <ac:grpSpMkLst>
              <pc:docMk/>
              <pc:sldMasterMk cId="3137839715" sldId="2147483725"/>
              <pc:sldLayoutMk cId="3410532735" sldId="2147483731"/>
              <ac:grpSpMk id="15" creationId="{C20C40A8-F64D-353A-7BE6-775D9EDE5AA9}"/>
            </ac:grpSpMkLst>
          </pc:grpChg>
        </pc:sldLayoutChg>
        <pc:sldLayoutChg chg="addSp">
          <pc:chgData name="riya singh" userId="7abd632d42337e32" providerId="LiveId" clId="{A2BB9560-E8EC-4498-9591-1BC8A0E3267C}" dt="2026-06-09T19:20:14.947" v="64"/>
          <pc:sldLayoutMkLst>
            <pc:docMk/>
            <pc:sldMasterMk cId="3137839715" sldId="2147483725"/>
            <pc:sldLayoutMk cId="3125676091" sldId="2147483732"/>
          </pc:sldLayoutMkLst>
          <pc:spChg chg="add">
            <ac:chgData name="riya singh" userId="7abd632d42337e32" providerId="LiveId" clId="{A2BB9560-E8EC-4498-9591-1BC8A0E3267C}" dt="2026-06-09T19:20:14.947" v="64"/>
            <ac:spMkLst>
              <pc:docMk/>
              <pc:sldMasterMk cId="3137839715" sldId="2147483725"/>
              <pc:sldLayoutMk cId="3125676091" sldId="2147483732"/>
              <ac:spMk id="5" creationId="{D4B58EE7-D5A9-AD08-F3AC-9B1E2032EF78}"/>
            </ac:spMkLst>
          </pc:spChg>
          <pc:spChg chg="add">
            <ac:chgData name="riya singh" userId="7abd632d42337e32" providerId="LiveId" clId="{A2BB9560-E8EC-4498-9591-1BC8A0E3267C}" dt="2026-06-09T19:20:14.947" v="64"/>
            <ac:spMkLst>
              <pc:docMk/>
              <pc:sldMasterMk cId="3137839715" sldId="2147483725"/>
              <pc:sldLayoutMk cId="3125676091" sldId="2147483732"/>
              <ac:spMk id="6" creationId="{80AAC171-4F47-DEF1-BDC0-94865F133526}"/>
            </ac:spMkLst>
          </pc:spChg>
          <pc:spChg chg="add">
            <ac:chgData name="riya singh" userId="7abd632d42337e32" providerId="LiveId" clId="{A2BB9560-E8EC-4498-9591-1BC8A0E3267C}" dt="2026-06-09T19:20:14.947" v="64"/>
            <ac:spMkLst>
              <pc:docMk/>
              <pc:sldMasterMk cId="3137839715" sldId="2147483725"/>
              <pc:sldLayoutMk cId="3125676091" sldId="2147483732"/>
              <ac:spMk id="7" creationId="{699D8A76-D243-6023-FBA1-72ED4BF06DB8}"/>
            </ac:spMkLst>
          </pc:spChg>
          <pc:spChg chg="add">
            <ac:chgData name="riya singh" userId="7abd632d42337e32" providerId="LiveId" clId="{A2BB9560-E8EC-4498-9591-1BC8A0E3267C}" dt="2026-06-09T19:20:14.947" v="64"/>
            <ac:spMkLst>
              <pc:docMk/>
              <pc:sldMasterMk cId="3137839715" sldId="2147483725"/>
              <pc:sldLayoutMk cId="3125676091" sldId="2147483732"/>
              <ac:spMk id="8" creationId="{88563DB5-D695-2354-67A1-E2EC9116DFA3}"/>
            </ac:spMkLst>
          </pc:spChg>
          <pc:spChg chg="add">
            <ac:chgData name="riya singh" userId="7abd632d42337e32" providerId="LiveId" clId="{A2BB9560-E8EC-4498-9591-1BC8A0E3267C}" dt="2026-06-09T19:20:14.947" v="64"/>
            <ac:spMkLst>
              <pc:docMk/>
              <pc:sldMasterMk cId="3137839715" sldId="2147483725"/>
              <pc:sldLayoutMk cId="3125676091" sldId="2147483732"/>
              <ac:spMk id="9" creationId="{148E954C-B6E8-0E30-A233-7D0A43E5B636}"/>
            </ac:spMkLst>
          </pc:spChg>
          <pc:spChg chg="add">
            <ac:chgData name="riya singh" userId="7abd632d42337e32" providerId="LiveId" clId="{A2BB9560-E8EC-4498-9591-1BC8A0E3267C}" dt="2026-06-09T19:20:14.947" v="64"/>
            <ac:spMkLst>
              <pc:docMk/>
              <pc:sldMasterMk cId="3137839715" sldId="2147483725"/>
              <pc:sldLayoutMk cId="3125676091" sldId="2147483732"/>
              <ac:spMk id="13" creationId="{48148DB7-A1A7-4262-351D-884FBBAA41D0}"/>
            </ac:spMkLst>
          </pc:spChg>
          <pc:grpChg chg="add">
            <ac:chgData name="riya singh" userId="7abd632d42337e32" providerId="LiveId" clId="{A2BB9560-E8EC-4498-9591-1BC8A0E3267C}" dt="2026-06-09T19:20:14.947" v="64"/>
            <ac:grpSpMkLst>
              <pc:docMk/>
              <pc:sldMasterMk cId="3137839715" sldId="2147483725"/>
              <pc:sldLayoutMk cId="3125676091" sldId="2147483732"/>
              <ac:grpSpMk id="10" creationId="{B1A0CAB1-B461-52FC-331E-7DF5812B3AEC}"/>
            </ac:grpSpMkLst>
          </pc:grpChg>
        </pc:sldLayoutChg>
        <pc:sldLayoutChg chg="addSp">
          <pc:chgData name="riya singh" userId="7abd632d42337e32" providerId="LiveId" clId="{A2BB9560-E8EC-4498-9591-1BC8A0E3267C}" dt="2026-06-09T19:20:14.947" v="64"/>
          <pc:sldLayoutMkLst>
            <pc:docMk/>
            <pc:sldMasterMk cId="3137839715" sldId="2147483725"/>
            <pc:sldLayoutMk cId="951510143" sldId="2147483733"/>
          </pc:sldLayoutMkLst>
          <pc:spChg chg="add">
            <ac:chgData name="riya singh" userId="7abd632d42337e32" providerId="LiveId" clId="{A2BB9560-E8EC-4498-9591-1BC8A0E3267C}" dt="2026-06-09T19:20:14.947" v="64"/>
            <ac:spMkLst>
              <pc:docMk/>
              <pc:sldMasterMk cId="3137839715" sldId="2147483725"/>
              <pc:sldLayoutMk cId="951510143" sldId="2147483733"/>
              <ac:spMk id="8" creationId="{A208132B-71F2-23BF-65BF-D7A762E7B682}"/>
            </ac:spMkLst>
          </pc:spChg>
          <pc:spChg chg="add">
            <ac:chgData name="riya singh" userId="7abd632d42337e32" providerId="LiveId" clId="{A2BB9560-E8EC-4498-9591-1BC8A0E3267C}" dt="2026-06-09T19:20:14.947" v="64"/>
            <ac:spMkLst>
              <pc:docMk/>
              <pc:sldMasterMk cId="3137839715" sldId="2147483725"/>
              <pc:sldLayoutMk cId="951510143" sldId="2147483733"/>
              <ac:spMk id="10" creationId="{11E4408C-C867-A712-7A6E-CC4F16D2558C}"/>
            </ac:spMkLst>
          </pc:spChg>
          <pc:spChg chg="add">
            <ac:chgData name="riya singh" userId="7abd632d42337e32" providerId="LiveId" clId="{A2BB9560-E8EC-4498-9591-1BC8A0E3267C}" dt="2026-06-09T19:20:14.947" v="64"/>
            <ac:spMkLst>
              <pc:docMk/>
              <pc:sldMasterMk cId="3137839715" sldId="2147483725"/>
              <pc:sldLayoutMk cId="951510143" sldId="2147483733"/>
              <ac:spMk id="11" creationId="{BA65DB8F-6470-21CA-A527-3D5735D676F1}"/>
            </ac:spMkLst>
          </pc:spChg>
          <pc:spChg chg="add">
            <ac:chgData name="riya singh" userId="7abd632d42337e32" providerId="LiveId" clId="{A2BB9560-E8EC-4498-9591-1BC8A0E3267C}" dt="2026-06-09T19:20:14.947" v="64"/>
            <ac:spMkLst>
              <pc:docMk/>
              <pc:sldMasterMk cId="3137839715" sldId="2147483725"/>
              <pc:sldLayoutMk cId="951510143" sldId="2147483733"/>
              <ac:spMk id="12" creationId="{20EE611C-5236-84BD-7F98-201D9D34CF22}"/>
            </ac:spMkLst>
          </pc:spChg>
          <pc:spChg chg="add">
            <ac:chgData name="riya singh" userId="7abd632d42337e32" providerId="LiveId" clId="{A2BB9560-E8EC-4498-9591-1BC8A0E3267C}" dt="2026-06-09T19:20:14.947" v="64"/>
            <ac:spMkLst>
              <pc:docMk/>
              <pc:sldMasterMk cId="3137839715" sldId="2147483725"/>
              <pc:sldLayoutMk cId="951510143" sldId="2147483733"/>
              <ac:spMk id="13" creationId="{0481FA46-E57E-D389-D68D-7A1A7D9ADDB8}"/>
            </ac:spMkLst>
          </pc:spChg>
          <pc:spChg chg="add">
            <ac:chgData name="riya singh" userId="7abd632d42337e32" providerId="LiveId" clId="{A2BB9560-E8EC-4498-9591-1BC8A0E3267C}" dt="2026-06-09T19:20:14.947" v="64"/>
            <ac:spMkLst>
              <pc:docMk/>
              <pc:sldMasterMk cId="3137839715" sldId="2147483725"/>
              <pc:sldLayoutMk cId="951510143" sldId="2147483733"/>
              <ac:spMk id="20" creationId="{1BE17B76-D003-E2B2-629A-A58D0C24B338}"/>
            </ac:spMkLst>
          </pc:spChg>
          <pc:grpChg chg="add">
            <ac:chgData name="riya singh" userId="7abd632d42337e32" providerId="LiveId" clId="{A2BB9560-E8EC-4498-9591-1BC8A0E3267C}" dt="2026-06-09T19:20:14.947" v="64"/>
            <ac:grpSpMkLst>
              <pc:docMk/>
              <pc:sldMasterMk cId="3137839715" sldId="2147483725"/>
              <pc:sldLayoutMk cId="951510143" sldId="2147483733"/>
              <ac:grpSpMk id="14" creationId="{7B5E7AF5-C09C-036C-BC84-D78C7E98D12F}"/>
            </ac:grpSpMkLst>
          </pc:grpChg>
          <pc:grpChg chg="add">
            <ac:chgData name="riya singh" userId="7abd632d42337e32" providerId="LiveId" clId="{A2BB9560-E8EC-4498-9591-1BC8A0E3267C}" dt="2026-06-09T19:20:14.947" v="64"/>
            <ac:grpSpMkLst>
              <pc:docMk/>
              <pc:sldMasterMk cId="3137839715" sldId="2147483725"/>
              <pc:sldLayoutMk cId="951510143" sldId="2147483733"/>
              <ac:grpSpMk id="17" creationId="{B7414446-90C7-757C-C60B-509754785F35}"/>
            </ac:grpSpMkLst>
          </pc:grpChg>
        </pc:sldLayoutChg>
        <pc:sldLayoutChg chg="addSp">
          <pc:chgData name="riya singh" userId="7abd632d42337e32" providerId="LiveId" clId="{A2BB9560-E8EC-4498-9591-1BC8A0E3267C}" dt="2026-06-09T19:20:14.947" v="64"/>
          <pc:sldLayoutMkLst>
            <pc:docMk/>
            <pc:sldMasterMk cId="3137839715" sldId="2147483725"/>
            <pc:sldLayoutMk cId="1656953850" sldId="2147483734"/>
          </pc:sldLayoutMkLst>
          <pc:spChg chg="add">
            <ac:chgData name="riya singh" userId="7abd632d42337e32" providerId="LiveId" clId="{A2BB9560-E8EC-4498-9591-1BC8A0E3267C}" dt="2026-06-09T19:20:14.947" v="64"/>
            <ac:spMkLst>
              <pc:docMk/>
              <pc:sldMasterMk cId="3137839715" sldId="2147483725"/>
              <pc:sldLayoutMk cId="1656953850" sldId="2147483734"/>
              <ac:spMk id="9" creationId="{954B7867-8CE5-8FB0-58CD-B1FD04EA1527}"/>
            </ac:spMkLst>
          </pc:spChg>
          <pc:spChg chg="add">
            <ac:chgData name="riya singh" userId="7abd632d42337e32" providerId="LiveId" clId="{A2BB9560-E8EC-4498-9591-1BC8A0E3267C}" dt="2026-06-09T19:20:14.947" v="64"/>
            <ac:spMkLst>
              <pc:docMk/>
              <pc:sldMasterMk cId="3137839715" sldId="2147483725"/>
              <pc:sldLayoutMk cId="1656953850" sldId="2147483734"/>
              <ac:spMk id="10" creationId="{D725312C-BFD7-9C29-9952-DB8B123FE8F3}"/>
            </ac:spMkLst>
          </pc:spChg>
          <pc:spChg chg="add">
            <ac:chgData name="riya singh" userId="7abd632d42337e32" providerId="LiveId" clId="{A2BB9560-E8EC-4498-9591-1BC8A0E3267C}" dt="2026-06-09T19:20:14.947" v="64"/>
            <ac:spMkLst>
              <pc:docMk/>
              <pc:sldMasterMk cId="3137839715" sldId="2147483725"/>
              <pc:sldLayoutMk cId="1656953850" sldId="2147483734"/>
              <ac:spMk id="11" creationId="{E079D8DD-F3BA-ED9F-3E0C-9D951C2F3B61}"/>
            </ac:spMkLst>
          </pc:spChg>
          <pc:spChg chg="add">
            <ac:chgData name="riya singh" userId="7abd632d42337e32" providerId="LiveId" clId="{A2BB9560-E8EC-4498-9591-1BC8A0E3267C}" dt="2026-06-09T19:20:14.947" v="64"/>
            <ac:spMkLst>
              <pc:docMk/>
              <pc:sldMasterMk cId="3137839715" sldId="2147483725"/>
              <pc:sldLayoutMk cId="1656953850" sldId="2147483734"/>
              <ac:spMk id="12" creationId="{0D7019EE-FD86-F957-F126-D80943989DEF}"/>
            </ac:spMkLst>
          </pc:spChg>
          <pc:spChg chg="add">
            <ac:chgData name="riya singh" userId="7abd632d42337e32" providerId="LiveId" clId="{A2BB9560-E8EC-4498-9591-1BC8A0E3267C}" dt="2026-06-09T19:20:14.947" v="64"/>
            <ac:spMkLst>
              <pc:docMk/>
              <pc:sldMasterMk cId="3137839715" sldId="2147483725"/>
              <pc:sldLayoutMk cId="1656953850" sldId="2147483734"/>
              <ac:spMk id="13" creationId="{589FDA73-E998-CD24-0498-B84A5ADE182F}"/>
            </ac:spMkLst>
          </pc:spChg>
          <pc:spChg chg="add">
            <ac:chgData name="riya singh" userId="7abd632d42337e32" providerId="LiveId" clId="{A2BB9560-E8EC-4498-9591-1BC8A0E3267C}" dt="2026-06-09T19:20:14.947" v="64"/>
            <ac:spMkLst>
              <pc:docMk/>
              <pc:sldMasterMk cId="3137839715" sldId="2147483725"/>
              <pc:sldLayoutMk cId="1656953850" sldId="2147483734"/>
              <ac:spMk id="23" creationId="{CEA0A6C8-C539-F6D1-E01E-EE50D43B2AE7}"/>
            </ac:spMkLst>
          </pc:spChg>
          <pc:grpChg chg="add">
            <ac:chgData name="riya singh" userId="7abd632d42337e32" providerId="LiveId" clId="{A2BB9560-E8EC-4498-9591-1BC8A0E3267C}" dt="2026-06-09T19:20:14.947" v="64"/>
            <ac:grpSpMkLst>
              <pc:docMk/>
              <pc:sldMasterMk cId="3137839715" sldId="2147483725"/>
              <pc:sldLayoutMk cId="1656953850" sldId="2147483734"/>
              <ac:grpSpMk id="15" creationId="{FB098055-E251-D96D-B021-37CCC2C1D11E}"/>
            </ac:grpSpMkLst>
          </pc:grpChg>
          <pc:grpChg chg="add">
            <ac:chgData name="riya singh" userId="7abd632d42337e32" providerId="LiveId" clId="{A2BB9560-E8EC-4498-9591-1BC8A0E3267C}" dt="2026-06-09T19:20:14.947" v="64"/>
            <ac:grpSpMkLst>
              <pc:docMk/>
              <pc:sldMasterMk cId="3137839715" sldId="2147483725"/>
              <pc:sldLayoutMk cId="1656953850" sldId="2147483734"/>
              <ac:grpSpMk id="20" creationId="{77085434-0A13-5291-4E14-6478809B20C5}"/>
            </ac:grpSpMkLst>
          </pc:grpChg>
        </pc:sldLayoutChg>
      </pc:sldMasterChg>
      <pc:sldMasterChg chg="addSp modSldLayout">
        <pc:chgData name="riya singh" userId="7abd632d42337e32" providerId="LiveId" clId="{A2BB9560-E8EC-4498-9591-1BC8A0E3267C}" dt="2026-06-09T19:20:36.225" v="67"/>
        <pc:sldMasterMkLst>
          <pc:docMk/>
          <pc:sldMasterMk cId="3629539464" sldId="2147483739"/>
        </pc:sldMasterMkLst>
        <pc:spChg chg="add">
          <ac:chgData name="riya singh" userId="7abd632d42337e32" providerId="LiveId" clId="{A2BB9560-E8EC-4498-9591-1BC8A0E3267C}" dt="2026-06-09T19:20:36.225" v="67"/>
          <ac:spMkLst>
            <pc:docMk/>
            <pc:sldMasterMk cId="3629539464" sldId="2147483739"/>
            <ac:spMk id="7" creationId="{E78BE44E-ABD0-0B02-4769-9F6299F2AEE0}"/>
          </ac:spMkLst>
        </pc:spChg>
        <pc:spChg chg="add">
          <ac:chgData name="riya singh" userId="7abd632d42337e32" providerId="LiveId" clId="{A2BB9560-E8EC-4498-9591-1BC8A0E3267C}" dt="2026-06-09T19:20:36.225" v="67"/>
          <ac:spMkLst>
            <pc:docMk/>
            <pc:sldMasterMk cId="3629539464" sldId="2147483739"/>
            <ac:spMk id="8" creationId="{844A2234-10E1-FB3E-F430-2A93E3D0B232}"/>
          </ac:spMkLst>
        </pc:spChg>
        <pc:spChg chg="add">
          <ac:chgData name="riya singh" userId="7abd632d42337e32" providerId="LiveId" clId="{A2BB9560-E8EC-4498-9591-1BC8A0E3267C}" dt="2026-06-09T19:20:36.225" v="67"/>
          <ac:spMkLst>
            <pc:docMk/>
            <pc:sldMasterMk cId="3629539464" sldId="2147483739"/>
            <ac:spMk id="9" creationId="{6415B6BC-BB86-7A78-7E41-7627C37D9680}"/>
          </ac:spMkLst>
        </pc:spChg>
        <pc:spChg chg="add">
          <ac:chgData name="riya singh" userId="7abd632d42337e32" providerId="LiveId" clId="{A2BB9560-E8EC-4498-9591-1BC8A0E3267C}" dt="2026-06-09T19:20:36.225" v="67"/>
          <ac:spMkLst>
            <pc:docMk/>
            <pc:sldMasterMk cId="3629539464" sldId="2147483739"/>
            <ac:spMk id="10" creationId="{C7CC631C-140E-F7B5-2A4F-16711AA97458}"/>
          </ac:spMkLst>
        </pc:spChg>
        <pc:spChg chg="add">
          <ac:chgData name="riya singh" userId="7abd632d42337e32" providerId="LiveId" clId="{A2BB9560-E8EC-4498-9591-1BC8A0E3267C}" dt="2026-06-09T19:20:36.225" v="67"/>
          <ac:spMkLst>
            <pc:docMk/>
            <pc:sldMasterMk cId="3629539464" sldId="2147483739"/>
            <ac:spMk id="11" creationId="{3086DD6B-7363-A4D4-557C-E17F596219A6}"/>
          </ac:spMkLst>
        </pc:spChg>
        <pc:spChg chg="add">
          <ac:chgData name="riya singh" userId="7abd632d42337e32" providerId="LiveId" clId="{A2BB9560-E8EC-4498-9591-1BC8A0E3267C}" dt="2026-06-09T19:20:36.225" v="67"/>
          <ac:spMkLst>
            <pc:docMk/>
            <pc:sldMasterMk cId="3629539464" sldId="2147483739"/>
            <ac:spMk id="12" creationId="{B96E2D8C-B263-75BE-C1F1-F6CA74B123E1}"/>
          </ac:spMkLst>
        </pc:spChg>
        <pc:spChg chg="add">
          <ac:chgData name="riya singh" userId="7abd632d42337e32" providerId="LiveId" clId="{A2BB9560-E8EC-4498-9591-1BC8A0E3267C}" dt="2026-06-09T19:20:36.225" v="67"/>
          <ac:spMkLst>
            <pc:docMk/>
            <pc:sldMasterMk cId="3629539464" sldId="2147483739"/>
            <ac:spMk id="19" creationId="{E61ACE26-8EC1-2D10-252A-C50A7A5AE928}"/>
          </ac:spMkLst>
        </pc:spChg>
        <pc:spChg chg="add">
          <ac:chgData name="riya singh" userId="7abd632d42337e32" providerId="LiveId" clId="{A2BB9560-E8EC-4498-9591-1BC8A0E3267C}" dt="2026-06-09T19:20:36.225" v="67"/>
          <ac:spMkLst>
            <pc:docMk/>
            <pc:sldMasterMk cId="3629539464" sldId="2147483739"/>
            <ac:spMk id="20" creationId="{1899531B-8D55-5F25-571C-0B8DE8447C0D}"/>
          </ac:spMkLst>
        </pc:spChg>
        <pc:grpChg chg="add">
          <ac:chgData name="riya singh" userId="7abd632d42337e32" providerId="LiveId" clId="{A2BB9560-E8EC-4498-9591-1BC8A0E3267C}" dt="2026-06-09T19:20:36.225" v="67"/>
          <ac:grpSpMkLst>
            <pc:docMk/>
            <pc:sldMasterMk cId="3629539464" sldId="2147483739"/>
            <ac:grpSpMk id="13" creationId="{B8E8A595-B81A-7ED3-9519-1741EC5BEF05}"/>
          </ac:grpSpMkLst>
        </pc:grpChg>
        <pc:grpChg chg="add">
          <ac:chgData name="riya singh" userId="7abd632d42337e32" providerId="LiveId" clId="{A2BB9560-E8EC-4498-9591-1BC8A0E3267C}" dt="2026-06-09T19:20:36.225" v="67"/>
          <ac:grpSpMkLst>
            <pc:docMk/>
            <pc:sldMasterMk cId="3629539464" sldId="2147483739"/>
            <ac:grpSpMk id="16" creationId="{6336CE35-4615-39D4-CA38-71A1C8E4E610}"/>
          </ac:grpSpMkLst>
        </pc:grpChg>
        <pc:sldLayoutChg chg="addSp">
          <pc:chgData name="riya singh" userId="7abd632d42337e32" providerId="LiveId" clId="{A2BB9560-E8EC-4498-9591-1BC8A0E3267C}" dt="2026-06-09T19:20:36.225" v="67"/>
          <pc:sldLayoutMkLst>
            <pc:docMk/>
            <pc:sldMasterMk cId="3629539464" sldId="2147483739"/>
            <pc:sldLayoutMk cId="1399997955" sldId="2147483740"/>
          </pc:sldLayoutMkLst>
          <pc:spChg chg="add">
            <ac:chgData name="riya singh" userId="7abd632d42337e32" providerId="LiveId" clId="{A2BB9560-E8EC-4498-9591-1BC8A0E3267C}" dt="2026-06-09T19:20:36.225" v="67"/>
            <ac:spMkLst>
              <pc:docMk/>
              <pc:sldMasterMk cId="3629539464" sldId="2147483739"/>
              <pc:sldLayoutMk cId="1399997955" sldId="2147483740"/>
              <ac:spMk id="7" creationId="{7D8D8E6F-1D7C-41AB-57BA-4E46C7A6BCB6}"/>
            </ac:spMkLst>
          </pc:spChg>
          <pc:grpChg chg="add">
            <ac:chgData name="riya singh" userId="7abd632d42337e32" providerId="LiveId" clId="{A2BB9560-E8EC-4498-9591-1BC8A0E3267C}" dt="2026-06-09T19:20:36.225" v="67"/>
            <ac:grpSpMkLst>
              <pc:docMk/>
              <pc:sldMasterMk cId="3629539464" sldId="2147483739"/>
              <pc:sldLayoutMk cId="1399997955" sldId="2147483740"/>
              <ac:grpSpMk id="8" creationId="{FC3A6DF7-AE82-4D75-A5CC-32B1C692475F}"/>
            </ac:grpSpMkLst>
          </pc:grpChg>
        </pc:sldLayoutChg>
        <pc:sldLayoutChg chg="addSp">
          <pc:chgData name="riya singh" userId="7abd632d42337e32" providerId="LiveId" clId="{A2BB9560-E8EC-4498-9591-1BC8A0E3267C}" dt="2026-06-09T19:20:36.225" v="67"/>
          <pc:sldLayoutMkLst>
            <pc:docMk/>
            <pc:sldMasterMk cId="3629539464" sldId="2147483739"/>
            <pc:sldLayoutMk cId="1202122422" sldId="2147483741"/>
          </pc:sldLayoutMkLst>
          <pc:spChg chg="add">
            <ac:chgData name="riya singh" userId="7abd632d42337e32" providerId="LiveId" clId="{A2BB9560-E8EC-4498-9591-1BC8A0E3267C}" dt="2026-06-09T19:20:36.225" v="67"/>
            <ac:spMkLst>
              <pc:docMk/>
              <pc:sldMasterMk cId="3629539464" sldId="2147483739"/>
              <pc:sldLayoutMk cId="1202122422" sldId="2147483741"/>
              <ac:spMk id="7" creationId="{78695226-3BC4-0AF9-8193-C0D0351A70F7}"/>
            </ac:spMkLst>
          </pc:spChg>
          <pc:spChg chg="add">
            <ac:chgData name="riya singh" userId="7abd632d42337e32" providerId="LiveId" clId="{A2BB9560-E8EC-4498-9591-1BC8A0E3267C}" dt="2026-06-09T19:20:36.225" v="67"/>
            <ac:spMkLst>
              <pc:docMk/>
              <pc:sldMasterMk cId="3629539464" sldId="2147483739"/>
              <pc:sldLayoutMk cId="1202122422" sldId="2147483741"/>
              <ac:spMk id="8" creationId="{49919E47-B37C-80AA-CAE5-2974118BF140}"/>
            </ac:spMkLst>
          </pc:spChg>
          <pc:spChg chg="add">
            <ac:chgData name="riya singh" userId="7abd632d42337e32" providerId="LiveId" clId="{A2BB9560-E8EC-4498-9591-1BC8A0E3267C}" dt="2026-06-09T19:20:36.225" v="67"/>
            <ac:spMkLst>
              <pc:docMk/>
              <pc:sldMasterMk cId="3629539464" sldId="2147483739"/>
              <pc:sldLayoutMk cId="1202122422" sldId="2147483741"/>
              <ac:spMk id="9" creationId="{000069A6-AC36-5BF3-40C2-B8639DE89FAE}"/>
            </ac:spMkLst>
          </pc:spChg>
          <pc:spChg chg="add">
            <ac:chgData name="riya singh" userId="7abd632d42337e32" providerId="LiveId" clId="{A2BB9560-E8EC-4498-9591-1BC8A0E3267C}" dt="2026-06-09T19:20:36.225" v="67"/>
            <ac:spMkLst>
              <pc:docMk/>
              <pc:sldMasterMk cId="3629539464" sldId="2147483739"/>
              <pc:sldLayoutMk cId="1202122422" sldId="2147483741"/>
              <ac:spMk id="10" creationId="{015DD897-F184-1530-824A-333732D15701}"/>
            </ac:spMkLst>
          </pc:spChg>
          <pc:spChg chg="add">
            <ac:chgData name="riya singh" userId="7abd632d42337e32" providerId="LiveId" clId="{A2BB9560-E8EC-4498-9591-1BC8A0E3267C}" dt="2026-06-09T19:20:36.225" v="67"/>
            <ac:spMkLst>
              <pc:docMk/>
              <pc:sldMasterMk cId="3629539464" sldId="2147483739"/>
              <pc:sldLayoutMk cId="1202122422" sldId="2147483741"/>
              <ac:spMk id="11" creationId="{EEFEAA23-2B20-67B6-63A9-8D9F1F169805}"/>
            </ac:spMkLst>
          </pc:spChg>
          <pc:spChg chg="add">
            <ac:chgData name="riya singh" userId="7abd632d42337e32" providerId="LiveId" clId="{A2BB9560-E8EC-4498-9591-1BC8A0E3267C}" dt="2026-06-09T19:20:36.225" v="67"/>
            <ac:spMkLst>
              <pc:docMk/>
              <pc:sldMasterMk cId="3629539464" sldId="2147483739"/>
              <pc:sldLayoutMk cId="1202122422" sldId="2147483741"/>
              <ac:spMk id="18" creationId="{17900561-AE29-792C-4024-4C6CE6D0478F}"/>
            </ac:spMkLst>
          </pc:spChg>
          <pc:grpChg chg="add">
            <ac:chgData name="riya singh" userId="7abd632d42337e32" providerId="LiveId" clId="{A2BB9560-E8EC-4498-9591-1BC8A0E3267C}" dt="2026-06-09T19:20:36.225" v="67"/>
            <ac:grpSpMkLst>
              <pc:docMk/>
              <pc:sldMasterMk cId="3629539464" sldId="2147483739"/>
              <pc:sldLayoutMk cId="1202122422" sldId="2147483741"/>
              <ac:grpSpMk id="12" creationId="{3A8EDEC1-FA96-12AC-5E60-4119E81D6E01}"/>
            </ac:grpSpMkLst>
          </pc:grpChg>
          <pc:grpChg chg="add">
            <ac:chgData name="riya singh" userId="7abd632d42337e32" providerId="LiveId" clId="{A2BB9560-E8EC-4498-9591-1BC8A0E3267C}" dt="2026-06-09T19:20:36.225" v="67"/>
            <ac:grpSpMkLst>
              <pc:docMk/>
              <pc:sldMasterMk cId="3629539464" sldId="2147483739"/>
              <pc:sldLayoutMk cId="1202122422" sldId="2147483741"/>
              <ac:grpSpMk id="15" creationId="{C2ABABDC-8A5F-35BE-44AE-5BB404D3999C}"/>
            </ac:grpSpMkLst>
          </pc:grpChg>
        </pc:sldLayoutChg>
        <pc:sldLayoutChg chg="addSp">
          <pc:chgData name="riya singh" userId="7abd632d42337e32" providerId="LiveId" clId="{A2BB9560-E8EC-4498-9591-1BC8A0E3267C}" dt="2026-06-09T19:20:36.225" v="67"/>
          <pc:sldLayoutMkLst>
            <pc:docMk/>
            <pc:sldMasterMk cId="3629539464" sldId="2147483739"/>
            <pc:sldLayoutMk cId="2496564047" sldId="2147483742"/>
          </pc:sldLayoutMkLst>
          <pc:spChg chg="add">
            <ac:chgData name="riya singh" userId="7abd632d42337e32" providerId="LiveId" clId="{A2BB9560-E8EC-4498-9591-1BC8A0E3267C}" dt="2026-06-09T19:20:36.225" v="67"/>
            <ac:spMkLst>
              <pc:docMk/>
              <pc:sldMasterMk cId="3629539464" sldId="2147483739"/>
              <pc:sldLayoutMk cId="2496564047" sldId="2147483742"/>
              <ac:spMk id="7" creationId="{DF6F773E-62C5-196B-AFB2-442D1B50DACE}"/>
            </ac:spMkLst>
          </pc:spChg>
          <pc:spChg chg="add">
            <ac:chgData name="riya singh" userId="7abd632d42337e32" providerId="LiveId" clId="{A2BB9560-E8EC-4498-9591-1BC8A0E3267C}" dt="2026-06-09T19:20:36.225" v="67"/>
            <ac:spMkLst>
              <pc:docMk/>
              <pc:sldMasterMk cId="3629539464" sldId="2147483739"/>
              <pc:sldLayoutMk cId="2496564047" sldId="2147483742"/>
              <ac:spMk id="8" creationId="{E591336B-D27A-E300-AF89-C041F75F8FB1}"/>
            </ac:spMkLst>
          </pc:spChg>
          <pc:spChg chg="add">
            <ac:chgData name="riya singh" userId="7abd632d42337e32" providerId="LiveId" clId="{A2BB9560-E8EC-4498-9591-1BC8A0E3267C}" dt="2026-06-09T19:20:36.225" v="67"/>
            <ac:spMkLst>
              <pc:docMk/>
              <pc:sldMasterMk cId="3629539464" sldId="2147483739"/>
              <pc:sldLayoutMk cId="2496564047" sldId="2147483742"/>
              <ac:spMk id="9" creationId="{0444F0E9-2057-A9A9-D1D8-6F33ACEE9243}"/>
            </ac:spMkLst>
          </pc:spChg>
          <pc:spChg chg="add">
            <ac:chgData name="riya singh" userId="7abd632d42337e32" providerId="LiveId" clId="{A2BB9560-E8EC-4498-9591-1BC8A0E3267C}" dt="2026-06-09T19:20:36.225" v="67"/>
            <ac:spMkLst>
              <pc:docMk/>
              <pc:sldMasterMk cId="3629539464" sldId="2147483739"/>
              <pc:sldLayoutMk cId="2496564047" sldId="2147483742"/>
              <ac:spMk id="10" creationId="{87B45DB3-549A-AB90-14E1-1D2875FE244A}"/>
            </ac:spMkLst>
          </pc:spChg>
          <pc:spChg chg="add">
            <ac:chgData name="riya singh" userId="7abd632d42337e32" providerId="LiveId" clId="{A2BB9560-E8EC-4498-9591-1BC8A0E3267C}" dt="2026-06-09T19:20:36.225" v="67"/>
            <ac:spMkLst>
              <pc:docMk/>
              <pc:sldMasterMk cId="3629539464" sldId="2147483739"/>
              <pc:sldLayoutMk cId="2496564047" sldId="2147483742"/>
              <ac:spMk id="11" creationId="{04F05072-89EB-778C-8F99-E4322BEDB506}"/>
            </ac:spMkLst>
          </pc:spChg>
          <pc:spChg chg="add">
            <ac:chgData name="riya singh" userId="7abd632d42337e32" providerId="LiveId" clId="{A2BB9560-E8EC-4498-9591-1BC8A0E3267C}" dt="2026-06-09T19:20:36.225" v="67"/>
            <ac:spMkLst>
              <pc:docMk/>
              <pc:sldMasterMk cId="3629539464" sldId="2147483739"/>
              <pc:sldLayoutMk cId="2496564047" sldId="2147483742"/>
              <ac:spMk id="12" creationId="{11A7F971-D9EA-97CD-A291-1D94E03DD00A}"/>
            </ac:spMkLst>
          </pc:spChg>
          <pc:spChg chg="add">
            <ac:chgData name="riya singh" userId="7abd632d42337e32" providerId="LiveId" clId="{A2BB9560-E8EC-4498-9591-1BC8A0E3267C}" dt="2026-06-09T19:20:36.225" v="67"/>
            <ac:spMkLst>
              <pc:docMk/>
              <pc:sldMasterMk cId="3629539464" sldId="2147483739"/>
              <pc:sldLayoutMk cId="2496564047" sldId="2147483742"/>
              <ac:spMk id="13" creationId="{952E4312-0060-37B9-84C6-DC45184A65C0}"/>
            </ac:spMkLst>
          </pc:spChg>
          <pc:spChg chg="add">
            <ac:chgData name="riya singh" userId="7abd632d42337e32" providerId="LiveId" clId="{A2BB9560-E8EC-4498-9591-1BC8A0E3267C}" dt="2026-06-09T19:20:36.225" v="67"/>
            <ac:spMkLst>
              <pc:docMk/>
              <pc:sldMasterMk cId="3629539464" sldId="2147483739"/>
              <pc:sldLayoutMk cId="2496564047" sldId="2147483742"/>
              <ac:spMk id="14" creationId="{C9471435-6B62-5F3A-387F-E5366FC19A42}"/>
            </ac:spMkLst>
          </pc:spChg>
          <pc:spChg chg="add">
            <ac:chgData name="riya singh" userId="7abd632d42337e32" providerId="LiveId" clId="{A2BB9560-E8EC-4498-9591-1BC8A0E3267C}" dt="2026-06-09T19:20:36.225" v="67"/>
            <ac:spMkLst>
              <pc:docMk/>
              <pc:sldMasterMk cId="3629539464" sldId="2147483739"/>
              <pc:sldLayoutMk cId="2496564047" sldId="2147483742"/>
              <ac:spMk id="15" creationId="{01486E2E-EACD-A4D3-0101-DC9F510B121E}"/>
            </ac:spMkLst>
          </pc:spChg>
          <pc:grpChg chg="add">
            <ac:chgData name="riya singh" userId="7abd632d42337e32" providerId="LiveId" clId="{A2BB9560-E8EC-4498-9591-1BC8A0E3267C}" dt="2026-06-09T19:20:36.225" v="67"/>
            <ac:grpSpMkLst>
              <pc:docMk/>
              <pc:sldMasterMk cId="3629539464" sldId="2147483739"/>
              <pc:sldLayoutMk cId="2496564047" sldId="2147483742"/>
              <ac:grpSpMk id="16" creationId="{DE780B0C-4BCC-DE7E-A37F-796BE94F80AE}"/>
            </ac:grpSpMkLst>
          </pc:grpChg>
        </pc:sldLayoutChg>
        <pc:sldLayoutChg chg="addSp">
          <pc:chgData name="riya singh" userId="7abd632d42337e32" providerId="LiveId" clId="{A2BB9560-E8EC-4498-9591-1BC8A0E3267C}" dt="2026-06-09T19:20:36.225" v="67"/>
          <pc:sldLayoutMkLst>
            <pc:docMk/>
            <pc:sldMasterMk cId="3629539464" sldId="2147483739"/>
            <pc:sldLayoutMk cId="2250117906" sldId="2147483743"/>
          </pc:sldLayoutMkLst>
          <pc:spChg chg="add">
            <ac:chgData name="riya singh" userId="7abd632d42337e32" providerId="LiveId" clId="{A2BB9560-E8EC-4498-9591-1BC8A0E3267C}" dt="2026-06-09T19:20:36.225" v="67"/>
            <ac:spMkLst>
              <pc:docMk/>
              <pc:sldMasterMk cId="3629539464" sldId="2147483739"/>
              <pc:sldLayoutMk cId="2250117906" sldId="2147483743"/>
              <ac:spMk id="8" creationId="{3AEE407F-79D5-6DBE-0107-2EB2E91B11CB}"/>
            </ac:spMkLst>
          </pc:spChg>
          <pc:spChg chg="add">
            <ac:chgData name="riya singh" userId="7abd632d42337e32" providerId="LiveId" clId="{A2BB9560-E8EC-4498-9591-1BC8A0E3267C}" dt="2026-06-09T19:20:36.225" v="67"/>
            <ac:spMkLst>
              <pc:docMk/>
              <pc:sldMasterMk cId="3629539464" sldId="2147483739"/>
              <pc:sldLayoutMk cId="2250117906" sldId="2147483743"/>
              <ac:spMk id="9" creationId="{61FEEE83-CBA4-C4C1-7E29-ACB6AC098E9F}"/>
            </ac:spMkLst>
          </pc:spChg>
          <pc:spChg chg="add">
            <ac:chgData name="riya singh" userId="7abd632d42337e32" providerId="LiveId" clId="{A2BB9560-E8EC-4498-9591-1BC8A0E3267C}" dt="2026-06-09T19:20:36.225" v="67"/>
            <ac:spMkLst>
              <pc:docMk/>
              <pc:sldMasterMk cId="3629539464" sldId="2147483739"/>
              <pc:sldLayoutMk cId="2250117906" sldId="2147483743"/>
              <ac:spMk id="10" creationId="{226F9A62-F6B8-0800-78E2-BD745C67D534}"/>
            </ac:spMkLst>
          </pc:spChg>
          <pc:spChg chg="add">
            <ac:chgData name="riya singh" userId="7abd632d42337e32" providerId="LiveId" clId="{A2BB9560-E8EC-4498-9591-1BC8A0E3267C}" dt="2026-06-09T19:20:36.225" v="67"/>
            <ac:spMkLst>
              <pc:docMk/>
              <pc:sldMasterMk cId="3629539464" sldId="2147483739"/>
              <pc:sldLayoutMk cId="2250117906" sldId="2147483743"/>
              <ac:spMk id="11" creationId="{2F731951-5DB1-5648-17BA-C000124A9897}"/>
            </ac:spMkLst>
          </pc:spChg>
          <pc:spChg chg="add">
            <ac:chgData name="riya singh" userId="7abd632d42337e32" providerId="LiveId" clId="{A2BB9560-E8EC-4498-9591-1BC8A0E3267C}" dt="2026-06-09T19:20:36.225" v="67"/>
            <ac:spMkLst>
              <pc:docMk/>
              <pc:sldMasterMk cId="3629539464" sldId="2147483739"/>
              <pc:sldLayoutMk cId="2250117906" sldId="2147483743"/>
              <ac:spMk id="12" creationId="{D960AAE3-7250-922E-E05B-E32B726EF43E}"/>
            </ac:spMkLst>
          </pc:spChg>
          <pc:spChg chg="add">
            <ac:chgData name="riya singh" userId="7abd632d42337e32" providerId="LiveId" clId="{A2BB9560-E8EC-4498-9591-1BC8A0E3267C}" dt="2026-06-09T19:20:36.225" v="67"/>
            <ac:spMkLst>
              <pc:docMk/>
              <pc:sldMasterMk cId="3629539464" sldId="2147483739"/>
              <pc:sldLayoutMk cId="2250117906" sldId="2147483743"/>
              <ac:spMk id="19" creationId="{09CD1AF7-466D-4A21-1F58-9F83DC43E185}"/>
            </ac:spMkLst>
          </pc:spChg>
          <pc:grpChg chg="add">
            <ac:chgData name="riya singh" userId="7abd632d42337e32" providerId="LiveId" clId="{A2BB9560-E8EC-4498-9591-1BC8A0E3267C}" dt="2026-06-09T19:20:36.225" v="67"/>
            <ac:grpSpMkLst>
              <pc:docMk/>
              <pc:sldMasterMk cId="3629539464" sldId="2147483739"/>
              <pc:sldLayoutMk cId="2250117906" sldId="2147483743"/>
              <ac:grpSpMk id="13" creationId="{E7AD2D0B-4DBD-8894-0A5A-80D2EAE32CB2}"/>
            </ac:grpSpMkLst>
          </pc:grpChg>
          <pc:grpChg chg="add">
            <ac:chgData name="riya singh" userId="7abd632d42337e32" providerId="LiveId" clId="{A2BB9560-E8EC-4498-9591-1BC8A0E3267C}" dt="2026-06-09T19:20:36.225" v="67"/>
            <ac:grpSpMkLst>
              <pc:docMk/>
              <pc:sldMasterMk cId="3629539464" sldId="2147483739"/>
              <pc:sldLayoutMk cId="2250117906" sldId="2147483743"/>
              <ac:grpSpMk id="16" creationId="{9DB647AB-1EED-30C2-E716-727D94DC0F98}"/>
            </ac:grpSpMkLst>
          </pc:grpChg>
        </pc:sldLayoutChg>
        <pc:sldLayoutChg chg="addSp">
          <pc:chgData name="riya singh" userId="7abd632d42337e32" providerId="LiveId" clId="{A2BB9560-E8EC-4498-9591-1BC8A0E3267C}" dt="2026-06-09T19:20:36.225" v="67"/>
          <pc:sldLayoutMkLst>
            <pc:docMk/>
            <pc:sldMasterMk cId="3629539464" sldId="2147483739"/>
            <pc:sldLayoutMk cId="1062945567" sldId="2147483744"/>
          </pc:sldLayoutMkLst>
          <pc:spChg chg="add">
            <ac:chgData name="riya singh" userId="7abd632d42337e32" providerId="LiveId" clId="{A2BB9560-E8EC-4498-9591-1BC8A0E3267C}" dt="2026-06-09T19:20:36.225" v="67"/>
            <ac:spMkLst>
              <pc:docMk/>
              <pc:sldMasterMk cId="3629539464" sldId="2147483739"/>
              <pc:sldLayoutMk cId="1062945567" sldId="2147483744"/>
              <ac:spMk id="10" creationId="{4EB16E4F-47E7-7D70-14AD-FD3DBFBDD1FE}"/>
            </ac:spMkLst>
          </pc:spChg>
          <pc:spChg chg="add">
            <ac:chgData name="riya singh" userId="7abd632d42337e32" providerId="LiveId" clId="{A2BB9560-E8EC-4498-9591-1BC8A0E3267C}" dt="2026-06-09T19:20:36.225" v="67"/>
            <ac:spMkLst>
              <pc:docMk/>
              <pc:sldMasterMk cId="3629539464" sldId="2147483739"/>
              <pc:sldLayoutMk cId="1062945567" sldId="2147483744"/>
              <ac:spMk id="11" creationId="{55BD8C93-6D10-161A-7A02-5D28E83D53F0}"/>
            </ac:spMkLst>
          </pc:spChg>
          <pc:spChg chg="add">
            <ac:chgData name="riya singh" userId="7abd632d42337e32" providerId="LiveId" clId="{A2BB9560-E8EC-4498-9591-1BC8A0E3267C}" dt="2026-06-09T19:20:36.225" v="67"/>
            <ac:spMkLst>
              <pc:docMk/>
              <pc:sldMasterMk cId="3629539464" sldId="2147483739"/>
              <pc:sldLayoutMk cId="1062945567" sldId="2147483744"/>
              <ac:spMk id="12" creationId="{9570E02B-79D7-8C19-3500-C75470AF5368}"/>
            </ac:spMkLst>
          </pc:spChg>
          <pc:spChg chg="add">
            <ac:chgData name="riya singh" userId="7abd632d42337e32" providerId="LiveId" clId="{A2BB9560-E8EC-4498-9591-1BC8A0E3267C}" dt="2026-06-09T19:20:36.225" v="67"/>
            <ac:spMkLst>
              <pc:docMk/>
              <pc:sldMasterMk cId="3629539464" sldId="2147483739"/>
              <pc:sldLayoutMk cId="1062945567" sldId="2147483744"/>
              <ac:spMk id="13" creationId="{0BACA019-13B8-C443-3DC3-EF0F3BA4ACDE}"/>
            </ac:spMkLst>
          </pc:spChg>
          <pc:spChg chg="add">
            <ac:chgData name="riya singh" userId="7abd632d42337e32" providerId="LiveId" clId="{A2BB9560-E8EC-4498-9591-1BC8A0E3267C}" dt="2026-06-09T19:20:36.225" v="67"/>
            <ac:spMkLst>
              <pc:docMk/>
              <pc:sldMasterMk cId="3629539464" sldId="2147483739"/>
              <pc:sldLayoutMk cId="1062945567" sldId="2147483744"/>
              <ac:spMk id="14" creationId="{06399F85-0493-4278-482C-B3DBC43ECFB8}"/>
            </ac:spMkLst>
          </pc:spChg>
          <pc:spChg chg="add">
            <ac:chgData name="riya singh" userId="7abd632d42337e32" providerId="LiveId" clId="{A2BB9560-E8EC-4498-9591-1BC8A0E3267C}" dt="2026-06-09T19:20:36.225" v="67"/>
            <ac:spMkLst>
              <pc:docMk/>
              <pc:sldMasterMk cId="3629539464" sldId="2147483739"/>
              <pc:sldLayoutMk cId="1062945567" sldId="2147483744"/>
              <ac:spMk id="21" creationId="{2D12A679-2986-AC55-D77F-5D71C997E1F2}"/>
            </ac:spMkLst>
          </pc:spChg>
          <pc:grpChg chg="add">
            <ac:chgData name="riya singh" userId="7abd632d42337e32" providerId="LiveId" clId="{A2BB9560-E8EC-4498-9591-1BC8A0E3267C}" dt="2026-06-09T19:20:36.225" v="67"/>
            <ac:grpSpMkLst>
              <pc:docMk/>
              <pc:sldMasterMk cId="3629539464" sldId="2147483739"/>
              <pc:sldLayoutMk cId="1062945567" sldId="2147483744"/>
              <ac:grpSpMk id="15" creationId="{45FA0FFC-7B2E-6894-065A-226A3795014D}"/>
            </ac:grpSpMkLst>
          </pc:grpChg>
          <pc:grpChg chg="add">
            <ac:chgData name="riya singh" userId="7abd632d42337e32" providerId="LiveId" clId="{A2BB9560-E8EC-4498-9591-1BC8A0E3267C}" dt="2026-06-09T19:20:36.225" v="67"/>
            <ac:grpSpMkLst>
              <pc:docMk/>
              <pc:sldMasterMk cId="3629539464" sldId="2147483739"/>
              <pc:sldLayoutMk cId="1062945567" sldId="2147483744"/>
              <ac:grpSpMk id="18" creationId="{608B25CB-84FD-3A17-B062-DA8055BDA967}"/>
            </ac:grpSpMkLst>
          </pc:grpChg>
        </pc:sldLayoutChg>
        <pc:sldLayoutChg chg="addSp">
          <pc:chgData name="riya singh" userId="7abd632d42337e32" providerId="LiveId" clId="{A2BB9560-E8EC-4498-9591-1BC8A0E3267C}" dt="2026-06-09T19:20:36.225" v="67"/>
          <pc:sldLayoutMkLst>
            <pc:docMk/>
            <pc:sldMasterMk cId="3629539464" sldId="2147483739"/>
            <pc:sldLayoutMk cId="990652713" sldId="2147483745"/>
          </pc:sldLayoutMkLst>
          <pc:spChg chg="add">
            <ac:chgData name="riya singh" userId="7abd632d42337e32" providerId="LiveId" clId="{A2BB9560-E8EC-4498-9591-1BC8A0E3267C}" dt="2026-06-09T19:20:36.225" v="67"/>
            <ac:spMkLst>
              <pc:docMk/>
              <pc:sldMasterMk cId="3629539464" sldId="2147483739"/>
              <pc:sldLayoutMk cId="990652713" sldId="2147483745"/>
              <ac:spMk id="6" creationId="{302AC06B-6142-6F40-AB6F-5B3BAA70DB07}"/>
            </ac:spMkLst>
          </pc:spChg>
          <pc:spChg chg="add">
            <ac:chgData name="riya singh" userId="7abd632d42337e32" providerId="LiveId" clId="{A2BB9560-E8EC-4498-9591-1BC8A0E3267C}" dt="2026-06-09T19:20:36.225" v="67"/>
            <ac:spMkLst>
              <pc:docMk/>
              <pc:sldMasterMk cId="3629539464" sldId="2147483739"/>
              <pc:sldLayoutMk cId="990652713" sldId="2147483745"/>
              <ac:spMk id="7" creationId="{B192C355-4D7E-FFBF-A421-1B3874CACD15}"/>
            </ac:spMkLst>
          </pc:spChg>
          <pc:spChg chg="add">
            <ac:chgData name="riya singh" userId="7abd632d42337e32" providerId="LiveId" clId="{A2BB9560-E8EC-4498-9591-1BC8A0E3267C}" dt="2026-06-09T19:20:36.225" v="67"/>
            <ac:spMkLst>
              <pc:docMk/>
              <pc:sldMasterMk cId="3629539464" sldId="2147483739"/>
              <pc:sldLayoutMk cId="990652713" sldId="2147483745"/>
              <ac:spMk id="8" creationId="{FADA6A9E-0EBB-E196-6D84-F6CFD5537F0C}"/>
            </ac:spMkLst>
          </pc:spChg>
          <pc:spChg chg="add">
            <ac:chgData name="riya singh" userId="7abd632d42337e32" providerId="LiveId" clId="{A2BB9560-E8EC-4498-9591-1BC8A0E3267C}" dt="2026-06-09T19:20:36.225" v="67"/>
            <ac:spMkLst>
              <pc:docMk/>
              <pc:sldMasterMk cId="3629539464" sldId="2147483739"/>
              <pc:sldLayoutMk cId="990652713" sldId="2147483745"/>
              <ac:spMk id="9" creationId="{1D314501-8F5D-47DA-0FD9-530C2DA13548}"/>
            </ac:spMkLst>
          </pc:spChg>
          <pc:spChg chg="add">
            <ac:chgData name="riya singh" userId="7abd632d42337e32" providerId="LiveId" clId="{A2BB9560-E8EC-4498-9591-1BC8A0E3267C}" dt="2026-06-09T19:20:36.225" v="67"/>
            <ac:spMkLst>
              <pc:docMk/>
              <pc:sldMasterMk cId="3629539464" sldId="2147483739"/>
              <pc:sldLayoutMk cId="990652713" sldId="2147483745"/>
              <ac:spMk id="10" creationId="{28897752-3575-F40F-CB22-FBB52C9BE6A3}"/>
            </ac:spMkLst>
          </pc:spChg>
          <pc:spChg chg="add">
            <ac:chgData name="riya singh" userId="7abd632d42337e32" providerId="LiveId" clId="{A2BB9560-E8EC-4498-9591-1BC8A0E3267C}" dt="2026-06-09T19:20:36.225" v="67"/>
            <ac:spMkLst>
              <pc:docMk/>
              <pc:sldMasterMk cId="3629539464" sldId="2147483739"/>
              <pc:sldLayoutMk cId="990652713" sldId="2147483745"/>
              <ac:spMk id="17" creationId="{A02FC248-FF10-AF2C-B22E-B93682983CB0}"/>
            </ac:spMkLst>
          </pc:spChg>
          <pc:grpChg chg="add">
            <ac:chgData name="riya singh" userId="7abd632d42337e32" providerId="LiveId" clId="{A2BB9560-E8EC-4498-9591-1BC8A0E3267C}" dt="2026-06-09T19:20:36.225" v="67"/>
            <ac:grpSpMkLst>
              <pc:docMk/>
              <pc:sldMasterMk cId="3629539464" sldId="2147483739"/>
              <pc:sldLayoutMk cId="990652713" sldId="2147483745"/>
              <ac:grpSpMk id="11" creationId="{A52B2B9C-0352-6576-1FDA-FC0D858F4F0E}"/>
            </ac:grpSpMkLst>
          </pc:grpChg>
          <pc:grpChg chg="add">
            <ac:chgData name="riya singh" userId="7abd632d42337e32" providerId="LiveId" clId="{A2BB9560-E8EC-4498-9591-1BC8A0E3267C}" dt="2026-06-09T19:20:36.225" v="67"/>
            <ac:grpSpMkLst>
              <pc:docMk/>
              <pc:sldMasterMk cId="3629539464" sldId="2147483739"/>
              <pc:sldLayoutMk cId="990652713" sldId="2147483745"/>
              <ac:grpSpMk id="14" creationId="{060E1D6F-8D73-7C85-2880-80702B036EC6}"/>
            </ac:grpSpMkLst>
          </pc:grpChg>
        </pc:sldLayoutChg>
        <pc:sldLayoutChg chg="addSp">
          <pc:chgData name="riya singh" userId="7abd632d42337e32" providerId="LiveId" clId="{A2BB9560-E8EC-4498-9591-1BC8A0E3267C}" dt="2026-06-09T19:20:36.225" v="67"/>
          <pc:sldLayoutMkLst>
            <pc:docMk/>
            <pc:sldMasterMk cId="3629539464" sldId="2147483739"/>
            <pc:sldLayoutMk cId="2876692290" sldId="2147483746"/>
          </pc:sldLayoutMkLst>
          <pc:spChg chg="add">
            <ac:chgData name="riya singh" userId="7abd632d42337e32" providerId="LiveId" clId="{A2BB9560-E8EC-4498-9591-1BC8A0E3267C}" dt="2026-06-09T19:20:36.225" v="67"/>
            <ac:spMkLst>
              <pc:docMk/>
              <pc:sldMasterMk cId="3629539464" sldId="2147483739"/>
              <pc:sldLayoutMk cId="2876692290" sldId="2147483746"/>
              <ac:spMk id="5" creationId="{1439AAA5-C955-5586-03AD-C0FC7E18FE8F}"/>
            </ac:spMkLst>
          </pc:spChg>
          <pc:spChg chg="add">
            <ac:chgData name="riya singh" userId="7abd632d42337e32" providerId="LiveId" clId="{A2BB9560-E8EC-4498-9591-1BC8A0E3267C}" dt="2026-06-09T19:20:36.225" v="67"/>
            <ac:spMkLst>
              <pc:docMk/>
              <pc:sldMasterMk cId="3629539464" sldId="2147483739"/>
              <pc:sldLayoutMk cId="2876692290" sldId="2147483746"/>
              <ac:spMk id="6" creationId="{F7D74278-C4F1-FB0A-AC39-D75D383C04DE}"/>
            </ac:spMkLst>
          </pc:spChg>
          <pc:spChg chg="add">
            <ac:chgData name="riya singh" userId="7abd632d42337e32" providerId="LiveId" clId="{A2BB9560-E8EC-4498-9591-1BC8A0E3267C}" dt="2026-06-09T19:20:36.225" v="67"/>
            <ac:spMkLst>
              <pc:docMk/>
              <pc:sldMasterMk cId="3629539464" sldId="2147483739"/>
              <pc:sldLayoutMk cId="2876692290" sldId="2147483746"/>
              <ac:spMk id="7" creationId="{04C5B8D3-123C-5D4A-FA9E-4AA1867D8A68}"/>
            </ac:spMkLst>
          </pc:spChg>
          <pc:spChg chg="add">
            <ac:chgData name="riya singh" userId="7abd632d42337e32" providerId="LiveId" clId="{A2BB9560-E8EC-4498-9591-1BC8A0E3267C}" dt="2026-06-09T19:20:36.225" v="67"/>
            <ac:spMkLst>
              <pc:docMk/>
              <pc:sldMasterMk cId="3629539464" sldId="2147483739"/>
              <pc:sldLayoutMk cId="2876692290" sldId="2147483746"/>
              <ac:spMk id="8" creationId="{2ADBA777-50CC-DF8D-8BDB-246BBCB8617E}"/>
            </ac:spMkLst>
          </pc:spChg>
          <pc:spChg chg="add">
            <ac:chgData name="riya singh" userId="7abd632d42337e32" providerId="LiveId" clId="{A2BB9560-E8EC-4498-9591-1BC8A0E3267C}" dt="2026-06-09T19:20:36.225" v="67"/>
            <ac:spMkLst>
              <pc:docMk/>
              <pc:sldMasterMk cId="3629539464" sldId="2147483739"/>
              <pc:sldLayoutMk cId="2876692290" sldId="2147483746"/>
              <ac:spMk id="9" creationId="{F5BC9428-FCD5-A21E-D164-14B6FD239805}"/>
            </ac:spMkLst>
          </pc:spChg>
          <pc:spChg chg="add">
            <ac:chgData name="riya singh" userId="7abd632d42337e32" providerId="LiveId" clId="{A2BB9560-E8EC-4498-9591-1BC8A0E3267C}" dt="2026-06-09T19:20:36.225" v="67"/>
            <ac:spMkLst>
              <pc:docMk/>
              <pc:sldMasterMk cId="3629539464" sldId="2147483739"/>
              <pc:sldLayoutMk cId="2876692290" sldId="2147483746"/>
              <ac:spMk id="13" creationId="{18725E63-5ACC-9CF9-DBBA-79ED0A41A943}"/>
            </ac:spMkLst>
          </pc:spChg>
          <pc:grpChg chg="add">
            <ac:chgData name="riya singh" userId="7abd632d42337e32" providerId="LiveId" clId="{A2BB9560-E8EC-4498-9591-1BC8A0E3267C}" dt="2026-06-09T19:20:36.225" v="67"/>
            <ac:grpSpMkLst>
              <pc:docMk/>
              <pc:sldMasterMk cId="3629539464" sldId="2147483739"/>
              <pc:sldLayoutMk cId="2876692290" sldId="2147483746"/>
              <ac:grpSpMk id="10" creationId="{0A6569BA-6328-0718-42FA-39EFF8B108A6}"/>
            </ac:grpSpMkLst>
          </pc:grpChg>
        </pc:sldLayoutChg>
        <pc:sldLayoutChg chg="addSp">
          <pc:chgData name="riya singh" userId="7abd632d42337e32" providerId="LiveId" clId="{A2BB9560-E8EC-4498-9591-1BC8A0E3267C}" dt="2026-06-09T19:20:36.225" v="67"/>
          <pc:sldLayoutMkLst>
            <pc:docMk/>
            <pc:sldMasterMk cId="3629539464" sldId="2147483739"/>
            <pc:sldLayoutMk cId="582668553" sldId="2147483747"/>
          </pc:sldLayoutMkLst>
          <pc:spChg chg="add">
            <ac:chgData name="riya singh" userId="7abd632d42337e32" providerId="LiveId" clId="{A2BB9560-E8EC-4498-9591-1BC8A0E3267C}" dt="2026-06-09T19:20:36.225" v="67"/>
            <ac:spMkLst>
              <pc:docMk/>
              <pc:sldMasterMk cId="3629539464" sldId="2147483739"/>
              <pc:sldLayoutMk cId="582668553" sldId="2147483747"/>
              <ac:spMk id="8" creationId="{A430928A-9391-6781-96D7-AEA75DA108F8}"/>
            </ac:spMkLst>
          </pc:spChg>
          <pc:spChg chg="add">
            <ac:chgData name="riya singh" userId="7abd632d42337e32" providerId="LiveId" clId="{A2BB9560-E8EC-4498-9591-1BC8A0E3267C}" dt="2026-06-09T19:20:36.225" v="67"/>
            <ac:spMkLst>
              <pc:docMk/>
              <pc:sldMasterMk cId="3629539464" sldId="2147483739"/>
              <pc:sldLayoutMk cId="582668553" sldId="2147483747"/>
              <ac:spMk id="9" creationId="{DD941EA0-4B0A-B91B-CCA8-9007AB156658}"/>
            </ac:spMkLst>
          </pc:spChg>
          <pc:spChg chg="add">
            <ac:chgData name="riya singh" userId="7abd632d42337e32" providerId="LiveId" clId="{A2BB9560-E8EC-4498-9591-1BC8A0E3267C}" dt="2026-06-09T19:20:36.225" v="67"/>
            <ac:spMkLst>
              <pc:docMk/>
              <pc:sldMasterMk cId="3629539464" sldId="2147483739"/>
              <pc:sldLayoutMk cId="582668553" sldId="2147483747"/>
              <ac:spMk id="10" creationId="{2975C3CF-4CDE-B3C0-2A69-94431E9F1983}"/>
            </ac:spMkLst>
          </pc:spChg>
          <pc:spChg chg="add">
            <ac:chgData name="riya singh" userId="7abd632d42337e32" providerId="LiveId" clId="{A2BB9560-E8EC-4498-9591-1BC8A0E3267C}" dt="2026-06-09T19:20:36.225" v="67"/>
            <ac:spMkLst>
              <pc:docMk/>
              <pc:sldMasterMk cId="3629539464" sldId="2147483739"/>
              <pc:sldLayoutMk cId="582668553" sldId="2147483747"/>
              <ac:spMk id="11" creationId="{CA530C68-E262-867D-C03C-B858FDF7F3E7}"/>
            </ac:spMkLst>
          </pc:spChg>
          <pc:spChg chg="add">
            <ac:chgData name="riya singh" userId="7abd632d42337e32" providerId="LiveId" clId="{A2BB9560-E8EC-4498-9591-1BC8A0E3267C}" dt="2026-06-09T19:20:36.225" v="67"/>
            <ac:spMkLst>
              <pc:docMk/>
              <pc:sldMasterMk cId="3629539464" sldId="2147483739"/>
              <pc:sldLayoutMk cId="582668553" sldId="2147483747"/>
              <ac:spMk id="12" creationId="{847C4B95-8665-73FE-7C6E-E996E6333649}"/>
            </ac:spMkLst>
          </pc:spChg>
          <pc:spChg chg="add">
            <ac:chgData name="riya singh" userId="7abd632d42337e32" providerId="LiveId" clId="{A2BB9560-E8EC-4498-9591-1BC8A0E3267C}" dt="2026-06-09T19:20:36.225" v="67"/>
            <ac:spMkLst>
              <pc:docMk/>
              <pc:sldMasterMk cId="3629539464" sldId="2147483739"/>
              <pc:sldLayoutMk cId="582668553" sldId="2147483747"/>
              <ac:spMk id="19" creationId="{281806BC-5FDA-B11A-DF81-8EB8AF5DF5AF}"/>
            </ac:spMkLst>
          </pc:spChg>
          <pc:grpChg chg="add">
            <ac:chgData name="riya singh" userId="7abd632d42337e32" providerId="LiveId" clId="{A2BB9560-E8EC-4498-9591-1BC8A0E3267C}" dt="2026-06-09T19:20:36.225" v="67"/>
            <ac:grpSpMkLst>
              <pc:docMk/>
              <pc:sldMasterMk cId="3629539464" sldId="2147483739"/>
              <pc:sldLayoutMk cId="582668553" sldId="2147483747"/>
              <ac:grpSpMk id="13" creationId="{792014D1-230A-A68F-CD37-42C33B2F9E75}"/>
            </ac:grpSpMkLst>
          </pc:grpChg>
          <pc:grpChg chg="add">
            <ac:chgData name="riya singh" userId="7abd632d42337e32" providerId="LiveId" clId="{A2BB9560-E8EC-4498-9591-1BC8A0E3267C}" dt="2026-06-09T19:20:36.225" v="67"/>
            <ac:grpSpMkLst>
              <pc:docMk/>
              <pc:sldMasterMk cId="3629539464" sldId="2147483739"/>
              <pc:sldLayoutMk cId="582668553" sldId="2147483747"/>
              <ac:grpSpMk id="16" creationId="{06D3647D-5F99-8765-66E5-AA7EAE1C842C}"/>
            </ac:grpSpMkLst>
          </pc:grpChg>
        </pc:sldLayoutChg>
        <pc:sldLayoutChg chg="addSp">
          <pc:chgData name="riya singh" userId="7abd632d42337e32" providerId="LiveId" clId="{A2BB9560-E8EC-4498-9591-1BC8A0E3267C}" dt="2026-06-09T19:20:36.225" v="67"/>
          <pc:sldLayoutMkLst>
            <pc:docMk/>
            <pc:sldMasterMk cId="3629539464" sldId="2147483739"/>
            <pc:sldLayoutMk cId="2115004229" sldId="2147483748"/>
          </pc:sldLayoutMkLst>
          <pc:spChg chg="add">
            <ac:chgData name="riya singh" userId="7abd632d42337e32" providerId="LiveId" clId="{A2BB9560-E8EC-4498-9591-1BC8A0E3267C}" dt="2026-06-09T19:20:36.225" v="67"/>
            <ac:spMkLst>
              <pc:docMk/>
              <pc:sldMasterMk cId="3629539464" sldId="2147483739"/>
              <pc:sldLayoutMk cId="2115004229" sldId="2147483748"/>
              <ac:spMk id="8" creationId="{D4151365-9BBD-BB63-11C0-749E95C801FD}"/>
            </ac:spMkLst>
          </pc:spChg>
          <pc:spChg chg="add">
            <ac:chgData name="riya singh" userId="7abd632d42337e32" providerId="LiveId" clId="{A2BB9560-E8EC-4498-9591-1BC8A0E3267C}" dt="2026-06-09T19:20:36.225" v="67"/>
            <ac:spMkLst>
              <pc:docMk/>
              <pc:sldMasterMk cId="3629539464" sldId="2147483739"/>
              <pc:sldLayoutMk cId="2115004229" sldId="2147483748"/>
              <ac:spMk id="9" creationId="{71CF9AED-A43D-934E-AABD-BBE2768F65FC}"/>
            </ac:spMkLst>
          </pc:spChg>
          <pc:spChg chg="add">
            <ac:chgData name="riya singh" userId="7abd632d42337e32" providerId="LiveId" clId="{A2BB9560-E8EC-4498-9591-1BC8A0E3267C}" dt="2026-06-09T19:20:36.225" v="67"/>
            <ac:spMkLst>
              <pc:docMk/>
              <pc:sldMasterMk cId="3629539464" sldId="2147483739"/>
              <pc:sldLayoutMk cId="2115004229" sldId="2147483748"/>
              <ac:spMk id="10" creationId="{CA56C45D-B304-D453-CE21-A27AD24053DB}"/>
            </ac:spMkLst>
          </pc:spChg>
          <pc:spChg chg="add">
            <ac:chgData name="riya singh" userId="7abd632d42337e32" providerId="LiveId" clId="{A2BB9560-E8EC-4498-9591-1BC8A0E3267C}" dt="2026-06-09T19:20:36.225" v="67"/>
            <ac:spMkLst>
              <pc:docMk/>
              <pc:sldMasterMk cId="3629539464" sldId="2147483739"/>
              <pc:sldLayoutMk cId="2115004229" sldId="2147483748"/>
              <ac:spMk id="11" creationId="{D4B659AE-EBDB-DE62-7B8A-F0BC3FF04A26}"/>
            </ac:spMkLst>
          </pc:spChg>
          <pc:spChg chg="add">
            <ac:chgData name="riya singh" userId="7abd632d42337e32" providerId="LiveId" clId="{A2BB9560-E8EC-4498-9591-1BC8A0E3267C}" dt="2026-06-09T19:20:36.225" v="67"/>
            <ac:spMkLst>
              <pc:docMk/>
              <pc:sldMasterMk cId="3629539464" sldId="2147483739"/>
              <pc:sldLayoutMk cId="2115004229" sldId="2147483748"/>
              <ac:spMk id="12" creationId="{FADA3EB6-8BCA-1E05-584E-18D2114368CF}"/>
            </ac:spMkLst>
          </pc:spChg>
          <pc:spChg chg="add">
            <ac:chgData name="riya singh" userId="7abd632d42337e32" providerId="LiveId" clId="{A2BB9560-E8EC-4498-9591-1BC8A0E3267C}" dt="2026-06-09T19:20:36.225" v="67"/>
            <ac:spMkLst>
              <pc:docMk/>
              <pc:sldMasterMk cId="3629539464" sldId="2147483739"/>
              <pc:sldLayoutMk cId="2115004229" sldId="2147483748"/>
              <ac:spMk id="19" creationId="{0E0DD488-DDCA-2EFA-C167-54722DBB722E}"/>
            </ac:spMkLst>
          </pc:spChg>
          <pc:grpChg chg="add">
            <ac:chgData name="riya singh" userId="7abd632d42337e32" providerId="LiveId" clId="{A2BB9560-E8EC-4498-9591-1BC8A0E3267C}" dt="2026-06-09T19:20:36.225" v="67"/>
            <ac:grpSpMkLst>
              <pc:docMk/>
              <pc:sldMasterMk cId="3629539464" sldId="2147483739"/>
              <pc:sldLayoutMk cId="2115004229" sldId="2147483748"/>
              <ac:grpSpMk id="13" creationId="{275D0982-9DD1-B784-074D-26DD84515ED6}"/>
            </ac:grpSpMkLst>
          </pc:grpChg>
          <pc:grpChg chg="add">
            <ac:chgData name="riya singh" userId="7abd632d42337e32" providerId="LiveId" clId="{A2BB9560-E8EC-4498-9591-1BC8A0E3267C}" dt="2026-06-09T19:20:36.225" v="67"/>
            <ac:grpSpMkLst>
              <pc:docMk/>
              <pc:sldMasterMk cId="3629539464" sldId="2147483739"/>
              <pc:sldLayoutMk cId="2115004229" sldId="2147483748"/>
              <ac:grpSpMk id="16" creationId="{6EAC6A8D-B5F9-EFCD-5B10-0F596932314F}"/>
            </ac:grpSpMkLst>
          </pc:grpChg>
        </pc:sldLayoutChg>
      </pc:sldMasterChg>
      <pc:sldMasterChg chg="addSp modSldLayout">
        <pc:chgData name="riya singh" userId="7abd632d42337e32" providerId="LiveId" clId="{A2BB9560-E8EC-4498-9591-1BC8A0E3267C}" dt="2026-06-09T19:25:25.046" v="113"/>
        <pc:sldMasterMkLst>
          <pc:docMk/>
          <pc:sldMasterMk cId="983370657" sldId="2147483753"/>
        </pc:sldMasterMkLst>
        <pc:spChg chg="add">
          <ac:chgData name="riya singh" userId="7abd632d42337e32" providerId="LiveId" clId="{A2BB9560-E8EC-4498-9591-1BC8A0E3267C}" dt="2026-06-09T19:25:25.046" v="113"/>
          <ac:spMkLst>
            <pc:docMk/>
            <pc:sldMasterMk cId="983370657" sldId="2147483753"/>
            <ac:spMk id="7" creationId="{2C712EEE-4FE3-B477-9E26-42F0D6E74FDF}"/>
          </ac:spMkLst>
        </pc:spChg>
        <pc:spChg chg="add">
          <ac:chgData name="riya singh" userId="7abd632d42337e32" providerId="LiveId" clId="{A2BB9560-E8EC-4498-9591-1BC8A0E3267C}" dt="2026-06-09T19:25:25.046" v="113"/>
          <ac:spMkLst>
            <pc:docMk/>
            <pc:sldMasterMk cId="983370657" sldId="2147483753"/>
            <ac:spMk id="8" creationId="{3B3E98BA-3939-0904-FAF6-A25B64B11101}"/>
          </ac:spMkLst>
        </pc:spChg>
        <pc:spChg chg="add">
          <ac:chgData name="riya singh" userId="7abd632d42337e32" providerId="LiveId" clId="{A2BB9560-E8EC-4498-9591-1BC8A0E3267C}" dt="2026-06-09T19:25:25.046" v="113"/>
          <ac:spMkLst>
            <pc:docMk/>
            <pc:sldMasterMk cId="983370657" sldId="2147483753"/>
            <ac:spMk id="9" creationId="{5DA1257C-2E40-EB11-E6BC-02B8FD3E49D1}"/>
          </ac:spMkLst>
        </pc:spChg>
        <pc:spChg chg="add">
          <ac:chgData name="riya singh" userId="7abd632d42337e32" providerId="LiveId" clId="{A2BB9560-E8EC-4498-9591-1BC8A0E3267C}" dt="2026-06-09T19:25:25.046" v="113"/>
          <ac:spMkLst>
            <pc:docMk/>
            <pc:sldMasterMk cId="983370657" sldId="2147483753"/>
            <ac:spMk id="10" creationId="{07B6248D-FFC9-9FF5-8004-F768A5E434EA}"/>
          </ac:spMkLst>
        </pc:spChg>
        <pc:spChg chg="add">
          <ac:chgData name="riya singh" userId="7abd632d42337e32" providerId="LiveId" clId="{A2BB9560-E8EC-4498-9591-1BC8A0E3267C}" dt="2026-06-09T19:25:25.046" v="113"/>
          <ac:spMkLst>
            <pc:docMk/>
            <pc:sldMasterMk cId="983370657" sldId="2147483753"/>
            <ac:spMk id="11" creationId="{E12D70A4-C721-6300-85C4-0C45E9785B84}"/>
          </ac:spMkLst>
        </pc:spChg>
        <pc:spChg chg="add">
          <ac:chgData name="riya singh" userId="7abd632d42337e32" providerId="LiveId" clId="{A2BB9560-E8EC-4498-9591-1BC8A0E3267C}" dt="2026-06-09T19:25:25.046" v="113"/>
          <ac:spMkLst>
            <pc:docMk/>
            <pc:sldMasterMk cId="983370657" sldId="2147483753"/>
            <ac:spMk id="12" creationId="{133C7C9E-41E8-6C4E-0833-68559D70D631}"/>
          </ac:spMkLst>
        </pc:spChg>
        <pc:spChg chg="add">
          <ac:chgData name="riya singh" userId="7abd632d42337e32" providerId="LiveId" clId="{A2BB9560-E8EC-4498-9591-1BC8A0E3267C}" dt="2026-06-09T19:25:25.046" v="113"/>
          <ac:spMkLst>
            <pc:docMk/>
            <pc:sldMasterMk cId="983370657" sldId="2147483753"/>
            <ac:spMk id="19" creationId="{EBF59AB0-CEFD-4E43-D86A-0BC1A2B94405}"/>
          </ac:spMkLst>
        </pc:spChg>
        <pc:spChg chg="add">
          <ac:chgData name="riya singh" userId="7abd632d42337e32" providerId="LiveId" clId="{A2BB9560-E8EC-4498-9591-1BC8A0E3267C}" dt="2026-06-09T19:25:25.046" v="113"/>
          <ac:spMkLst>
            <pc:docMk/>
            <pc:sldMasterMk cId="983370657" sldId="2147483753"/>
            <ac:spMk id="20" creationId="{AEAF871F-C332-6497-B460-FB32F55C11A3}"/>
          </ac:spMkLst>
        </pc:spChg>
        <pc:grpChg chg="add">
          <ac:chgData name="riya singh" userId="7abd632d42337e32" providerId="LiveId" clId="{A2BB9560-E8EC-4498-9591-1BC8A0E3267C}" dt="2026-06-09T19:25:25.046" v="113"/>
          <ac:grpSpMkLst>
            <pc:docMk/>
            <pc:sldMasterMk cId="983370657" sldId="2147483753"/>
            <ac:grpSpMk id="13" creationId="{0503050D-2160-8342-98F0-26184104A8DB}"/>
          </ac:grpSpMkLst>
        </pc:grpChg>
        <pc:grpChg chg="add">
          <ac:chgData name="riya singh" userId="7abd632d42337e32" providerId="LiveId" clId="{A2BB9560-E8EC-4498-9591-1BC8A0E3267C}" dt="2026-06-09T19:25:25.046" v="113"/>
          <ac:grpSpMkLst>
            <pc:docMk/>
            <pc:sldMasterMk cId="983370657" sldId="2147483753"/>
            <ac:grpSpMk id="16" creationId="{9E22687F-FA80-AA55-0634-7BC9078EEC30}"/>
          </ac:grpSpMkLst>
        </pc:grpChg>
        <pc:sldLayoutChg chg="addSp">
          <pc:chgData name="riya singh" userId="7abd632d42337e32" providerId="LiveId" clId="{A2BB9560-E8EC-4498-9591-1BC8A0E3267C}" dt="2026-06-09T19:25:25.046" v="113"/>
          <pc:sldLayoutMkLst>
            <pc:docMk/>
            <pc:sldMasterMk cId="983370657" sldId="2147483753"/>
            <pc:sldLayoutMk cId="1595632594" sldId="2147483754"/>
          </pc:sldLayoutMkLst>
          <pc:spChg chg="add">
            <ac:chgData name="riya singh" userId="7abd632d42337e32" providerId="LiveId" clId="{A2BB9560-E8EC-4498-9591-1BC8A0E3267C}" dt="2026-06-09T19:25:25.046" v="113"/>
            <ac:spMkLst>
              <pc:docMk/>
              <pc:sldMasterMk cId="983370657" sldId="2147483753"/>
              <pc:sldLayoutMk cId="1595632594" sldId="2147483754"/>
              <ac:spMk id="7" creationId="{29ED550A-46F9-D2AC-5E26-EB2BD31531C6}"/>
            </ac:spMkLst>
          </pc:spChg>
          <pc:grpChg chg="add">
            <ac:chgData name="riya singh" userId="7abd632d42337e32" providerId="LiveId" clId="{A2BB9560-E8EC-4498-9591-1BC8A0E3267C}" dt="2026-06-09T19:25:25.046" v="113"/>
            <ac:grpSpMkLst>
              <pc:docMk/>
              <pc:sldMasterMk cId="983370657" sldId="2147483753"/>
              <pc:sldLayoutMk cId="1595632594" sldId="2147483754"/>
              <ac:grpSpMk id="8" creationId="{372DE9D4-15C6-F7DF-2EAF-E1EE54256EEE}"/>
            </ac:grpSpMkLst>
          </pc:grpChg>
        </pc:sldLayoutChg>
        <pc:sldLayoutChg chg="addSp">
          <pc:chgData name="riya singh" userId="7abd632d42337e32" providerId="LiveId" clId="{A2BB9560-E8EC-4498-9591-1BC8A0E3267C}" dt="2026-06-09T19:25:25.046" v="113"/>
          <pc:sldLayoutMkLst>
            <pc:docMk/>
            <pc:sldMasterMk cId="983370657" sldId="2147483753"/>
            <pc:sldLayoutMk cId="953385102" sldId="2147483755"/>
          </pc:sldLayoutMkLst>
          <pc:spChg chg="add">
            <ac:chgData name="riya singh" userId="7abd632d42337e32" providerId="LiveId" clId="{A2BB9560-E8EC-4498-9591-1BC8A0E3267C}" dt="2026-06-09T19:25:25.046" v="113"/>
            <ac:spMkLst>
              <pc:docMk/>
              <pc:sldMasterMk cId="983370657" sldId="2147483753"/>
              <pc:sldLayoutMk cId="953385102" sldId="2147483755"/>
              <ac:spMk id="7" creationId="{636C11BF-0DA9-6577-C32C-7E2483BAC405}"/>
            </ac:spMkLst>
          </pc:spChg>
          <pc:spChg chg="add">
            <ac:chgData name="riya singh" userId="7abd632d42337e32" providerId="LiveId" clId="{A2BB9560-E8EC-4498-9591-1BC8A0E3267C}" dt="2026-06-09T19:25:25.046" v="113"/>
            <ac:spMkLst>
              <pc:docMk/>
              <pc:sldMasterMk cId="983370657" sldId="2147483753"/>
              <pc:sldLayoutMk cId="953385102" sldId="2147483755"/>
              <ac:spMk id="8" creationId="{C60983A8-DC6F-0A90-6179-35CB502DFE99}"/>
            </ac:spMkLst>
          </pc:spChg>
          <pc:spChg chg="add">
            <ac:chgData name="riya singh" userId="7abd632d42337e32" providerId="LiveId" clId="{A2BB9560-E8EC-4498-9591-1BC8A0E3267C}" dt="2026-06-09T19:25:25.046" v="113"/>
            <ac:spMkLst>
              <pc:docMk/>
              <pc:sldMasterMk cId="983370657" sldId="2147483753"/>
              <pc:sldLayoutMk cId="953385102" sldId="2147483755"/>
              <ac:spMk id="9" creationId="{4A37BCB9-E4A3-AD9C-0117-4008EF9290B0}"/>
            </ac:spMkLst>
          </pc:spChg>
          <pc:spChg chg="add">
            <ac:chgData name="riya singh" userId="7abd632d42337e32" providerId="LiveId" clId="{A2BB9560-E8EC-4498-9591-1BC8A0E3267C}" dt="2026-06-09T19:25:25.046" v="113"/>
            <ac:spMkLst>
              <pc:docMk/>
              <pc:sldMasterMk cId="983370657" sldId="2147483753"/>
              <pc:sldLayoutMk cId="953385102" sldId="2147483755"/>
              <ac:spMk id="10" creationId="{B9AFBB69-063A-C618-AE15-2214A6CF3EE0}"/>
            </ac:spMkLst>
          </pc:spChg>
          <pc:spChg chg="add">
            <ac:chgData name="riya singh" userId="7abd632d42337e32" providerId="LiveId" clId="{A2BB9560-E8EC-4498-9591-1BC8A0E3267C}" dt="2026-06-09T19:25:25.046" v="113"/>
            <ac:spMkLst>
              <pc:docMk/>
              <pc:sldMasterMk cId="983370657" sldId="2147483753"/>
              <pc:sldLayoutMk cId="953385102" sldId="2147483755"/>
              <ac:spMk id="11" creationId="{569B0BC3-4FE2-E23A-8519-4FD2357936BB}"/>
            </ac:spMkLst>
          </pc:spChg>
          <pc:spChg chg="add">
            <ac:chgData name="riya singh" userId="7abd632d42337e32" providerId="LiveId" clId="{A2BB9560-E8EC-4498-9591-1BC8A0E3267C}" dt="2026-06-09T19:25:25.046" v="113"/>
            <ac:spMkLst>
              <pc:docMk/>
              <pc:sldMasterMk cId="983370657" sldId="2147483753"/>
              <pc:sldLayoutMk cId="953385102" sldId="2147483755"/>
              <ac:spMk id="18" creationId="{BC0C7979-16D2-B407-AFDD-B3298756FDC3}"/>
            </ac:spMkLst>
          </pc:spChg>
          <pc:grpChg chg="add">
            <ac:chgData name="riya singh" userId="7abd632d42337e32" providerId="LiveId" clId="{A2BB9560-E8EC-4498-9591-1BC8A0E3267C}" dt="2026-06-09T19:25:25.046" v="113"/>
            <ac:grpSpMkLst>
              <pc:docMk/>
              <pc:sldMasterMk cId="983370657" sldId="2147483753"/>
              <pc:sldLayoutMk cId="953385102" sldId="2147483755"/>
              <ac:grpSpMk id="12" creationId="{2E3AB8E5-612D-F6D4-33C2-A189CD735E1A}"/>
            </ac:grpSpMkLst>
          </pc:grpChg>
          <pc:grpChg chg="add">
            <ac:chgData name="riya singh" userId="7abd632d42337e32" providerId="LiveId" clId="{A2BB9560-E8EC-4498-9591-1BC8A0E3267C}" dt="2026-06-09T19:25:25.046" v="113"/>
            <ac:grpSpMkLst>
              <pc:docMk/>
              <pc:sldMasterMk cId="983370657" sldId="2147483753"/>
              <pc:sldLayoutMk cId="953385102" sldId="2147483755"/>
              <ac:grpSpMk id="15" creationId="{996C0560-6EFF-8E28-5B6D-245985435560}"/>
            </ac:grpSpMkLst>
          </pc:grpChg>
        </pc:sldLayoutChg>
        <pc:sldLayoutChg chg="addSp">
          <pc:chgData name="riya singh" userId="7abd632d42337e32" providerId="LiveId" clId="{A2BB9560-E8EC-4498-9591-1BC8A0E3267C}" dt="2026-06-09T19:25:25.046" v="113"/>
          <pc:sldLayoutMkLst>
            <pc:docMk/>
            <pc:sldMasterMk cId="983370657" sldId="2147483753"/>
            <pc:sldLayoutMk cId="2866876427" sldId="2147483756"/>
          </pc:sldLayoutMkLst>
          <pc:spChg chg="add">
            <ac:chgData name="riya singh" userId="7abd632d42337e32" providerId="LiveId" clId="{A2BB9560-E8EC-4498-9591-1BC8A0E3267C}" dt="2026-06-09T19:25:25.046" v="113"/>
            <ac:spMkLst>
              <pc:docMk/>
              <pc:sldMasterMk cId="983370657" sldId="2147483753"/>
              <pc:sldLayoutMk cId="2866876427" sldId="2147483756"/>
              <ac:spMk id="7" creationId="{CB6176D5-79B1-4235-C342-65FC3FC9E93A}"/>
            </ac:spMkLst>
          </pc:spChg>
          <pc:spChg chg="add">
            <ac:chgData name="riya singh" userId="7abd632d42337e32" providerId="LiveId" clId="{A2BB9560-E8EC-4498-9591-1BC8A0E3267C}" dt="2026-06-09T19:25:25.046" v="113"/>
            <ac:spMkLst>
              <pc:docMk/>
              <pc:sldMasterMk cId="983370657" sldId="2147483753"/>
              <pc:sldLayoutMk cId="2866876427" sldId="2147483756"/>
              <ac:spMk id="8" creationId="{1FAD246E-7991-F103-ED51-1DE01F3C8E4A}"/>
            </ac:spMkLst>
          </pc:spChg>
          <pc:spChg chg="add">
            <ac:chgData name="riya singh" userId="7abd632d42337e32" providerId="LiveId" clId="{A2BB9560-E8EC-4498-9591-1BC8A0E3267C}" dt="2026-06-09T19:25:25.046" v="113"/>
            <ac:spMkLst>
              <pc:docMk/>
              <pc:sldMasterMk cId="983370657" sldId="2147483753"/>
              <pc:sldLayoutMk cId="2866876427" sldId="2147483756"/>
              <ac:spMk id="9" creationId="{10A38C85-40E6-AF40-F46A-54A30A850616}"/>
            </ac:spMkLst>
          </pc:spChg>
          <pc:spChg chg="add">
            <ac:chgData name="riya singh" userId="7abd632d42337e32" providerId="LiveId" clId="{A2BB9560-E8EC-4498-9591-1BC8A0E3267C}" dt="2026-06-09T19:25:25.046" v="113"/>
            <ac:spMkLst>
              <pc:docMk/>
              <pc:sldMasterMk cId="983370657" sldId="2147483753"/>
              <pc:sldLayoutMk cId="2866876427" sldId="2147483756"/>
              <ac:spMk id="10" creationId="{7BB741C3-400C-AB2E-6660-146735F8FCE6}"/>
            </ac:spMkLst>
          </pc:spChg>
          <pc:spChg chg="add">
            <ac:chgData name="riya singh" userId="7abd632d42337e32" providerId="LiveId" clId="{A2BB9560-E8EC-4498-9591-1BC8A0E3267C}" dt="2026-06-09T19:25:25.046" v="113"/>
            <ac:spMkLst>
              <pc:docMk/>
              <pc:sldMasterMk cId="983370657" sldId="2147483753"/>
              <pc:sldLayoutMk cId="2866876427" sldId="2147483756"/>
              <ac:spMk id="11" creationId="{D4401DA2-472F-5F67-3F50-91B582F7BAF9}"/>
            </ac:spMkLst>
          </pc:spChg>
          <pc:spChg chg="add">
            <ac:chgData name="riya singh" userId="7abd632d42337e32" providerId="LiveId" clId="{A2BB9560-E8EC-4498-9591-1BC8A0E3267C}" dt="2026-06-09T19:25:25.046" v="113"/>
            <ac:spMkLst>
              <pc:docMk/>
              <pc:sldMasterMk cId="983370657" sldId="2147483753"/>
              <pc:sldLayoutMk cId="2866876427" sldId="2147483756"/>
              <ac:spMk id="12" creationId="{93147AF4-CFF3-A414-F320-AAF0CD0E5802}"/>
            </ac:spMkLst>
          </pc:spChg>
          <pc:spChg chg="add">
            <ac:chgData name="riya singh" userId="7abd632d42337e32" providerId="LiveId" clId="{A2BB9560-E8EC-4498-9591-1BC8A0E3267C}" dt="2026-06-09T19:25:25.046" v="113"/>
            <ac:spMkLst>
              <pc:docMk/>
              <pc:sldMasterMk cId="983370657" sldId="2147483753"/>
              <pc:sldLayoutMk cId="2866876427" sldId="2147483756"/>
              <ac:spMk id="13" creationId="{76A6AAA3-EF15-DD8A-10D1-F3BAE43787DC}"/>
            </ac:spMkLst>
          </pc:spChg>
          <pc:spChg chg="add">
            <ac:chgData name="riya singh" userId="7abd632d42337e32" providerId="LiveId" clId="{A2BB9560-E8EC-4498-9591-1BC8A0E3267C}" dt="2026-06-09T19:25:25.046" v="113"/>
            <ac:spMkLst>
              <pc:docMk/>
              <pc:sldMasterMk cId="983370657" sldId="2147483753"/>
              <pc:sldLayoutMk cId="2866876427" sldId="2147483756"/>
              <ac:spMk id="14" creationId="{D76C4776-9835-9CB6-63B5-75EF890311E2}"/>
            </ac:spMkLst>
          </pc:spChg>
          <pc:spChg chg="add">
            <ac:chgData name="riya singh" userId="7abd632d42337e32" providerId="LiveId" clId="{A2BB9560-E8EC-4498-9591-1BC8A0E3267C}" dt="2026-06-09T19:25:25.046" v="113"/>
            <ac:spMkLst>
              <pc:docMk/>
              <pc:sldMasterMk cId="983370657" sldId="2147483753"/>
              <pc:sldLayoutMk cId="2866876427" sldId="2147483756"/>
              <ac:spMk id="15" creationId="{14BD207F-C653-C5FE-533E-A324485B08E2}"/>
            </ac:spMkLst>
          </pc:spChg>
          <pc:grpChg chg="add">
            <ac:chgData name="riya singh" userId="7abd632d42337e32" providerId="LiveId" clId="{A2BB9560-E8EC-4498-9591-1BC8A0E3267C}" dt="2026-06-09T19:25:25.046" v="113"/>
            <ac:grpSpMkLst>
              <pc:docMk/>
              <pc:sldMasterMk cId="983370657" sldId="2147483753"/>
              <pc:sldLayoutMk cId="2866876427" sldId="2147483756"/>
              <ac:grpSpMk id="16" creationId="{E3B17E60-73B5-F46D-E0E2-61963804A826}"/>
            </ac:grpSpMkLst>
          </pc:grpChg>
        </pc:sldLayoutChg>
        <pc:sldLayoutChg chg="addSp">
          <pc:chgData name="riya singh" userId="7abd632d42337e32" providerId="LiveId" clId="{A2BB9560-E8EC-4498-9591-1BC8A0E3267C}" dt="2026-06-09T19:25:25.046" v="113"/>
          <pc:sldLayoutMkLst>
            <pc:docMk/>
            <pc:sldMasterMk cId="983370657" sldId="2147483753"/>
            <pc:sldLayoutMk cId="3509872279" sldId="2147483757"/>
          </pc:sldLayoutMkLst>
          <pc:spChg chg="add">
            <ac:chgData name="riya singh" userId="7abd632d42337e32" providerId="LiveId" clId="{A2BB9560-E8EC-4498-9591-1BC8A0E3267C}" dt="2026-06-09T19:25:25.046" v="113"/>
            <ac:spMkLst>
              <pc:docMk/>
              <pc:sldMasterMk cId="983370657" sldId="2147483753"/>
              <pc:sldLayoutMk cId="3509872279" sldId="2147483757"/>
              <ac:spMk id="8" creationId="{B1439636-F674-F575-9FF6-262991DFFD05}"/>
            </ac:spMkLst>
          </pc:spChg>
          <pc:spChg chg="add">
            <ac:chgData name="riya singh" userId="7abd632d42337e32" providerId="LiveId" clId="{A2BB9560-E8EC-4498-9591-1BC8A0E3267C}" dt="2026-06-09T19:25:25.046" v="113"/>
            <ac:spMkLst>
              <pc:docMk/>
              <pc:sldMasterMk cId="983370657" sldId="2147483753"/>
              <pc:sldLayoutMk cId="3509872279" sldId="2147483757"/>
              <ac:spMk id="9" creationId="{79A8E650-ABB4-C9A7-0D7C-1803DFAA189E}"/>
            </ac:spMkLst>
          </pc:spChg>
          <pc:spChg chg="add">
            <ac:chgData name="riya singh" userId="7abd632d42337e32" providerId="LiveId" clId="{A2BB9560-E8EC-4498-9591-1BC8A0E3267C}" dt="2026-06-09T19:25:25.046" v="113"/>
            <ac:spMkLst>
              <pc:docMk/>
              <pc:sldMasterMk cId="983370657" sldId="2147483753"/>
              <pc:sldLayoutMk cId="3509872279" sldId="2147483757"/>
              <ac:spMk id="10" creationId="{6E794F46-4AC1-9519-4AE7-CDEF7D208319}"/>
            </ac:spMkLst>
          </pc:spChg>
          <pc:spChg chg="add">
            <ac:chgData name="riya singh" userId="7abd632d42337e32" providerId="LiveId" clId="{A2BB9560-E8EC-4498-9591-1BC8A0E3267C}" dt="2026-06-09T19:25:25.046" v="113"/>
            <ac:spMkLst>
              <pc:docMk/>
              <pc:sldMasterMk cId="983370657" sldId="2147483753"/>
              <pc:sldLayoutMk cId="3509872279" sldId="2147483757"/>
              <ac:spMk id="11" creationId="{CD9FB255-9507-17BF-0E95-1FF450A03DA5}"/>
            </ac:spMkLst>
          </pc:spChg>
          <pc:spChg chg="add">
            <ac:chgData name="riya singh" userId="7abd632d42337e32" providerId="LiveId" clId="{A2BB9560-E8EC-4498-9591-1BC8A0E3267C}" dt="2026-06-09T19:25:25.046" v="113"/>
            <ac:spMkLst>
              <pc:docMk/>
              <pc:sldMasterMk cId="983370657" sldId="2147483753"/>
              <pc:sldLayoutMk cId="3509872279" sldId="2147483757"/>
              <ac:spMk id="12" creationId="{152B9D71-265D-2274-4B98-6DF93CB6C8FA}"/>
            </ac:spMkLst>
          </pc:spChg>
          <pc:spChg chg="add">
            <ac:chgData name="riya singh" userId="7abd632d42337e32" providerId="LiveId" clId="{A2BB9560-E8EC-4498-9591-1BC8A0E3267C}" dt="2026-06-09T19:25:25.046" v="113"/>
            <ac:spMkLst>
              <pc:docMk/>
              <pc:sldMasterMk cId="983370657" sldId="2147483753"/>
              <pc:sldLayoutMk cId="3509872279" sldId="2147483757"/>
              <ac:spMk id="19" creationId="{9A3F9F2E-3C78-A953-E8A2-96532B463BFC}"/>
            </ac:spMkLst>
          </pc:spChg>
          <pc:grpChg chg="add">
            <ac:chgData name="riya singh" userId="7abd632d42337e32" providerId="LiveId" clId="{A2BB9560-E8EC-4498-9591-1BC8A0E3267C}" dt="2026-06-09T19:25:25.046" v="113"/>
            <ac:grpSpMkLst>
              <pc:docMk/>
              <pc:sldMasterMk cId="983370657" sldId="2147483753"/>
              <pc:sldLayoutMk cId="3509872279" sldId="2147483757"/>
              <ac:grpSpMk id="13" creationId="{DF955044-DF19-15F1-674C-9D71A14D9187}"/>
            </ac:grpSpMkLst>
          </pc:grpChg>
          <pc:grpChg chg="add">
            <ac:chgData name="riya singh" userId="7abd632d42337e32" providerId="LiveId" clId="{A2BB9560-E8EC-4498-9591-1BC8A0E3267C}" dt="2026-06-09T19:25:25.046" v="113"/>
            <ac:grpSpMkLst>
              <pc:docMk/>
              <pc:sldMasterMk cId="983370657" sldId="2147483753"/>
              <pc:sldLayoutMk cId="3509872279" sldId="2147483757"/>
              <ac:grpSpMk id="16" creationId="{33CA1D76-ADD5-2B77-8F5B-E3F63A7CAABF}"/>
            </ac:grpSpMkLst>
          </pc:grpChg>
        </pc:sldLayoutChg>
        <pc:sldLayoutChg chg="addSp">
          <pc:chgData name="riya singh" userId="7abd632d42337e32" providerId="LiveId" clId="{A2BB9560-E8EC-4498-9591-1BC8A0E3267C}" dt="2026-06-09T19:25:25.046" v="113"/>
          <pc:sldLayoutMkLst>
            <pc:docMk/>
            <pc:sldMasterMk cId="983370657" sldId="2147483753"/>
            <pc:sldLayoutMk cId="2069151189" sldId="2147483758"/>
          </pc:sldLayoutMkLst>
          <pc:spChg chg="add">
            <ac:chgData name="riya singh" userId="7abd632d42337e32" providerId="LiveId" clId="{A2BB9560-E8EC-4498-9591-1BC8A0E3267C}" dt="2026-06-09T19:25:25.046" v="113"/>
            <ac:spMkLst>
              <pc:docMk/>
              <pc:sldMasterMk cId="983370657" sldId="2147483753"/>
              <pc:sldLayoutMk cId="2069151189" sldId="2147483758"/>
              <ac:spMk id="10" creationId="{33023BE5-3CD4-4AB3-43BA-8DC494850F2C}"/>
            </ac:spMkLst>
          </pc:spChg>
          <pc:spChg chg="add">
            <ac:chgData name="riya singh" userId="7abd632d42337e32" providerId="LiveId" clId="{A2BB9560-E8EC-4498-9591-1BC8A0E3267C}" dt="2026-06-09T19:25:25.046" v="113"/>
            <ac:spMkLst>
              <pc:docMk/>
              <pc:sldMasterMk cId="983370657" sldId="2147483753"/>
              <pc:sldLayoutMk cId="2069151189" sldId="2147483758"/>
              <ac:spMk id="11" creationId="{BF6C7B35-96B9-9A75-1A11-C38EA89B43E7}"/>
            </ac:spMkLst>
          </pc:spChg>
          <pc:spChg chg="add">
            <ac:chgData name="riya singh" userId="7abd632d42337e32" providerId="LiveId" clId="{A2BB9560-E8EC-4498-9591-1BC8A0E3267C}" dt="2026-06-09T19:25:25.046" v="113"/>
            <ac:spMkLst>
              <pc:docMk/>
              <pc:sldMasterMk cId="983370657" sldId="2147483753"/>
              <pc:sldLayoutMk cId="2069151189" sldId="2147483758"/>
              <ac:spMk id="12" creationId="{384F22A7-41E2-FFF7-FBA8-F18C62FB83AA}"/>
            </ac:spMkLst>
          </pc:spChg>
          <pc:spChg chg="add">
            <ac:chgData name="riya singh" userId="7abd632d42337e32" providerId="LiveId" clId="{A2BB9560-E8EC-4498-9591-1BC8A0E3267C}" dt="2026-06-09T19:25:25.046" v="113"/>
            <ac:spMkLst>
              <pc:docMk/>
              <pc:sldMasterMk cId="983370657" sldId="2147483753"/>
              <pc:sldLayoutMk cId="2069151189" sldId="2147483758"/>
              <ac:spMk id="13" creationId="{626D0150-8653-DCB0-819D-90A53D850FF4}"/>
            </ac:spMkLst>
          </pc:spChg>
          <pc:spChg chg="add">
            <ac:chgData name="riya singh" userId="7abd632d42337e32" providerId="LiveId" clId="{A2BB9560-E8EC-4498-9591-1BC8A0E3267C}" dt="2026-06-09T19:25:25.046" v="113"/>
            <ac:spMkLst>
              <pc:docMk/>
              <pc:sldMasterMk cId="983370657" sldId="2147483753"/>
              <pc:sldLayoutMk cId="2069151189" sldId="2147483758"/>
              <ac:spMk id="14" creationId="{F062B2C7-DD19-AA7A-B10F-2E0C08A4C75B}"/>
            </ac:spMkLst>
          </pc:spChg>
          <pc:spChg chg="add">
            <ac:chgData name="riya singh" userId="7abd632d42337e32" providerId="LiveId" clId="{A2BB9560-E8EC-4498-9591-1BC8A0E3267C}" dt="2026-06-09T19:25:25.046" v="113"/>
            <ac:spMkLst>
              <pc:docMk/>
              <pc:sldMasterMk cId="983370657" sldId="2147483753"/>
              <pc:sldLayoutMk cId="2069151189" sldId="2147483758"/>
              <ac:spMk id="21" creationId="{FBD1AEA3-4154-6882-F244-9BB3E6C51E61}"/>
            </ac:spMkLst>
          </pc:spChg>
          <pc:grpChg chg="add">
            <ac:chgData name="riya singh" userId="7abd632d42337e32" providerId="LiveId" clId="{A2BB9560-E8EC-4498-9591-1BC8A0E3267C}" dt="2026-06-09T19:25:25.046" v="113"/>
            <ac:grpSpMkLst>
              <pc:docMk/>
              <pc:sldMasterMk cId="983370657" sldId="2147483753"/>
              <pc:sldLayoutMk cId="2069151189" sldId="2147483758"/>
              <ac:grpSpMk id="15" creationId="{B833A085-1C6D-8BC6-BAE7-3FB2CBC17A83}"/>
            </ac:grpSpMkLst>
          </pc:grpChg>
          <pc:grpChg chg="add">
            <ac:chgData name="riya singh" userId="7abd632d42337e32" providerId="LiveId" clId="{A2BB9560-E8EC-4498-9591-1BC8A0E3267C}" dt="2026-06-09T19:25:25.046" v="113"/>
            <ac:grpSpMkLst>
              <pc:docMk/>
              <pc:sldMasterMk cId="983370657" sldId="2147483753"/>
              <pc:sldLayoutMk cId="2069151189" sldId="2147483758"/>
              <ac:grpSpMk id="18" creationId="{86CF606C-8DFC-6860-954C-C34231EEB5FD}"/>
            </ac:grpSpMkLst>
          </pc:grpChg>
        </pc:sldLayoutChg>
        <pc:sldLayoutChg chg="addSp">
          <pc:chgData name="riya singh" userId="7abd632d42337e32" providerId="LiveId" clId="{A2BB9560-E8EC-4498-9591-1BC8A0E3267C}" dt="2026-06-09T19:25:25.046" v="113"/>
          <pc:sldLayoutMkLst>
            <pc:docMk/>
            <pc:sldMasterMk cId="983370657" sldId="2147483753"/>
            <pc:sldLayoutMk cId="688161149" sldId="2147483759"/>
          </pc:sldLayoutMkLst>
          <pc:spChg chg="add">
            <ac:chgData name="riya singh" userId="7abd632d42337e32" providerId="LiveId" clId="{A2BB9560-E8EC-4498-9591-1BC8A0E3267C}" dt="2026-06-09T19:25:25.046" v="113"/>
            <ac:spMkLst>
              <pc:docMk/>
              <pc:sldMasterMk cId="983370657" sldId="2147483753"/>
              <pc:sldLayoutMk cId="688161149" sldId="2147483759"/>
              <ac:spMk id="6" creationId="{6182A4E5-F657-CAB5-1C3A-CD3AFB567499}"/>
            </ac:spMkLst>
          </pc:spChg>
          <pc:spChg chg="add">
            <ac:chgData name="riya singh" userId="7abd632d42337e32" providerId="LiveId" clId="{A2BB9560-E8EC-4498-9591-1BC8A0E3267C}" dt="2026-06-09T19:25:25.046" v="113"/>
            <ac:spMkLst>
              <pc:docMk/>
              <pc:sldMasterMk cId="983370657" sldId="2147483753"/>
              <pc:sldLayoutMk cId="688161149" sldId="2147483759"/>
              <ac:spMk id="7" creationId="{219FF6ED-F649-72C9-4DF7-43C31E64940F}"/>
            </ac:spMkLst>
          </pc:spChg>
          <pc:spChg chg="add">
            <ac:chgData name="riya singh" userId="7abd632d42337e32" providerId="LiveId" clId="{A2BB9560-E8EC-4498-9591-1BC8A0E3267C}" dt="2026-06-09T19:25:25.046" v="113"/>
            <ac:spMkLst>
              <pc:docMk/>
              <pc:sldMasterMk cId="983370657" sldId="2147483753"/>
              <pc:sldLayoutMk cId="688161149" sldId="2147483759"/>
              <ac:spMk id="8" creationId="{28676F76-E1D5-1458-FECC-C8E7EADE42AB}"/>
            </ac:spMkLst>
          </pc:spChg>
          <pc:spChg chg="add">
            <ac:chgData name="riya singh" userId="7abd632d42337e32" providerId="LiveId" clId="{A2BB9560-E8EC-4498-9591-1BC8A0E3267C}" dt="2026-06-09T19:25:25.046" v="113"/>
            <ac:spMkLst>
              <pc:docMk/>
              <pc:sldMasterMk cId="983370657" sldId="2147483753"/>
              <pc:sldLayoutMk cId="688161149" sldId="2147483759"/>
              <ac:spMk id="9" creationId="{18761911-3A31-28DD-0449-DB6EEFFA3C84}"/>
            </ac:spMkLst>
          </pc:spChg>
          <pc:spChg chg="add">
            <ac:chgData name="riya singh" userId="7abd632d42337e32" providerId="LiveId" clId="{A2BB9560-E8EC-4498-9591-1BC8A0E3267C}" dt="2026-06-09T19:25:25.046" v="113"/>
            <ac:spMkLst>
              <pc:docMk/>
              <pc:sldMasterMk cId="983370657" sldId="2147483753"/>
              <pc:sldLayoutMk cId="688161149" sldId="2147483759"/>
              <ac:spMk id="10" creationId="{B785B442-4B37-897A-6FF2-13A1B7A23C02}"/>
            </ac:spMkLst>
          </pc:spChg>
          <pc:spChg chg="add">
            <ac:chgData name="riya singh" userId="7abd632d42337e32" providerId="LiveId" clId="{A2BB9560-E8EC-4498-9591-1BC8A0E3267C}" dt="2026-06-09T19:25:25.046" v="113"/>
            <ac:spMkLst>
              <pc:docMk/>
              <pc:sldMasterMk cId="983370657" sldId="2147483753"/>
              <pc:sldLayoutMk cId="688161149" sldId="2147483759"/>
              <ac:spMk id="17" creationId="{C4AC95A4-8F2E-2050-3EF4-A1E48F61DE4E}"/>
            </ac:spMkLst>
          </pc:spChg>
          <pc:grpChg chg="add">
            <ac:chgData name="riya singh" userId="7abd632d42337e32" providerId="LiveId" clId="{A2BB9560-E8EC-4498-9591-1BC8A0E3267C}" dt="2026-06-09T19:25:25.046" v="113"/>
            <ac:grpSpMkLst>
              <pc:docMk/>
              <pc:sldMasterMk cId="983370657" sldId="2147483753"/>
              <pc:sldLayoutMk cId="688161149" sldId="2147483759"/>
              <ac:grpSpMk id="11" creationId="{E30AB115-DD45-1A26-64C7-C424875BC358}"/>
            </ac:grpSpMkLst>
          </pc:grpChg>
          <pc:grpChg chg="add">
            <ac:chgData name="riya singh" userId="7abd632d42337e32" providerId="LiveId" clId="{A2BB9560-E8EC-4498-9591-1BC8A0E3267C}" dt="2026-06-09T19:25:25.046" v="113"/>
            <ac:grpSpMkLst>
              <pc:docMk/>
              <pc:sldMasterMk cId="983370657" sldId="2147483753"/>
              <pc:sldLayoutMk cId="688161149" sldId="2147483759"/>
              <ac:grpSpMk id="14" creationId="{70AEE0FC-E0A8-08B6-F61C-FB2C64DA482A}"/>
            </ac:grpSpMkLst>
          </pc:grpChg>
        </pc:sldLayoutChg>
        <pc:sldLayoutChg chg="addSp">
          <pc:chgData name="riya singh" userId="7abd632d42337e32" providerId="LiveId" clId="{A2BB9560-E8EC-4498-9591-1BC8A0E3267C}" dt="2026-06-09T19:25:25.046" v="113"/>
          <pc:sldLayoutMkLst>
            <pc:docMk/>
            <pc:sldMasterMk cId="983370657" sldId="2147483753"/>
            <pc:sldLayoutMk cId="3601435395" sldId="2147483760"/>
          </pc:sldLayoutMkLst>
          <pc:spChg chg="add">
            <ac:chgData name="riya singh" userId="7abd632d42337e32" providerId="LiveId" clId="{A2BB9560-E8EC-4498-9591-1BC8A0E3267C}" dt="2026-06-09T19:25:25.046" v="113"/>
            <ac:spMkLst>
              <pc:docMk/>
              <pc:sldMasterMk cId="983370657" sldId="2147483753"/>
              <pc:sldLayoutMk cId="3601435395" sldId="2147483760"/>
              <ac:spMk id="5" creationId="{508D33BB-6D85-239C-0EC7-8D46868078F3}"/>
            </ac:spMkLst>
          </pc:spChg>
          <pc:spChg chg="add">
            <ac:chgData name="riya singh" userId="7abd632d42337e32" providerId="LiveId" clId="{A2BB9560-E8EC-4498-9591-1BC8A0E3267C}" dt="2026-06-09T19:25:25.046" v="113"/>
            <ac:spMkLst>
              <pc:docMk/>
              <pc:sldMasterMk cId="983370657" sldId="2147483753"/>
              <pc:sldLayoutMk cId="3601435395" sldId="2147483760"/>
              <ac:spMk id="6" creationId="{8A60F0DF-EBCF-4A36-4D5B-D2C895F1E6DB}"/>
            </ac:spMkLst>
          </pc:spChg>
          <pc:spChg chg="add">
            <ac:chgData name="riya singh" userId="7abd632d42337e32" providerId="LiveId" clId="{A2BB9560-E8EC-4498-9591-1BC8A0E3267C}" dt="2026-06-09T19:25:25.046" v="113"/>
            <ac:spMkLst>
              <pc:docMk/>
              <pc:sldMasterMk cId="983370657" sldId="2147483753"/>
              <pc:sldLayoutMk cId="3601435395" sldId="2147483760"/>
              <ac:spMk id="7" creationId="{1DC36B68-D2DD-31AB-09E0-33A8E6244122}"/>
            </ac:spMkLst>
          </pc:spChg>
          <pc:spChg chg="add">
            <ac:chgData name="riya singh" userId="7abd632d42337e32" providerId="LiveId" clId="{A2BB9560-E8EC-4498-9591-1BC8A0E3267C}" dt="2026-06-09T19:25:25.046" v="113"/>
            <ac:spMkLst>
              <pc:docMk/>
              <pc:sldMasterMk cId="983370657" sldId="2147483753"/>
              <pc:sldLayoutMk cId="3601435395" sldId="2147483760"/>
              <ac:spMk id="8" creationId="{06F81725-2B18-E1B0-C3CD-499A6B9A8229}"/>
            </ac:spMkLst>
          </pc:spChg>
          <pc:spChg chg="add">
            <ac:chgData name="riya singh" userId="7abd632d42337e32" providerId="LiveId" clId="{A2BB9560-E8EC-4498-9591-1BC8A0E3267C}" dt="2026-06-09T19:25:25.046" v="113"/>
            <ac:spMkLst>
              <pc:docMk/>
              <pc:sldMasterMk cId="983370657" sldId="2147483753"/>
              <pc:sldLayoutMk cId="3601435395" sldId="2147483760"/>
              <ac:spMk id="9" creationId="{AB15E5CA-EAE9-476C-74A3-B2F1CE7FCFD6}"/>
            </ac:spMkLst>
          </pc:spChg>
          <pc:spChg chg="add">
            <ac:chgData name="riya singh" userId="7abd632d42337e32" providerId="LiveId" clId="{A2BB9560-E8EC-4498-9591-1BC8A0E3267C}" dt="2026-06-09T19:25:25.046" v="113"/>
            <ac:spMkLst>
              <pc:docMk/>
              <pc:sldMasterMk cId="983370657" sldId="2147483753"/>
              <pc:sldLayoutMk cId="3601435395" sldId="2147483760"/>
              <ac:spMk id="13" creationId="{D9C83BD4-5843-F2B1-0FF2-7F572A667AFC}"/>
            </ac:spMkLst>
          </pc:spChg>
          <pc:grpChg chg="add">
            <ac:chgData name="riya singh" userId="7abd632d42337e32" providerId="LiveId" clId="{A2BB9560-E8EC-4498-9591-1BC8A0E3267C}" dt="2026-06-09T19:25:25.046" v="113"/>
            <ac:grpSpMkLst>
              <pc:docMk/>
              <pc:sldMasterMk cId="983370657" sldId="2147483753"/>
              <pc:sldLayoutMk cId="3601435395" sldId="2147483760"/>
              <ac:grpSpMk id="10" creationId="{86EC6C21-9CF8-9CC8-295A-BC7C75A1042E}"/>
            </ac:grpSpMkLst>
          </pc:grpChg>
        </pc:sldLayoutChg>
        <pc:sldLayoutChg chg="addSp">
          <pc:chgData name="riya singh" userId="7abd632d42337e32" providerId="LiveId" clId="{A2BB9560-E8EC-4498-9591-1BC8A0E3267C}" dt="2026-06-09T19:25:25.046" v="113"/>
          <pc:sldLayoutMkLst>
            <pc:docMk/>
            <pc:sldMasterMk cId="983370657" sldId="2147483753"/>
            <pc:sldLayoutMk cId="823925398" sldId="2147483761"/>
          </pc:sldLayoutMkLst>
          <pc:spChg chg="add">
            <ac:chgData name="riya singh" userId="7abd632d42337e32" providerId="LiveId" clId="{A2BB9560-E8EC-4498-9591-1BC8A0E3267C}" dt="2026-06-09T19:25:25.046" v="113"/>
            <ac:spMkLst>
              <pc:docMk/>
              <pc:sldMasterMk cId="983370657" sldId="2147483753"/>
              <pc:sldLayoutMk cId="823925398" sldId="2147483761"/>
              <ac:spMk id="8" creationId="{23AE9EF6-767A-4D36-6C7B-7B8A7B7C6D51}"/>
            </ac:spMkLst>
          </pc:spChg>
          <pc:spChg chg="add">
            <ac:chgData name="riya singh" userId="7abd632d42337e32" providerId="LiveId" clId="{A2BB9560-E8EC-4498-9591-1BC8A0E3267C}" dt="2026-06-09T19:25:25.046" v="113"/>
            <ac:spMkLst>
              <pc:docMk/>
              <pc:sldMasterMk cId="983370657" sldId="2147483753"/>
              <pc:sldLayoutMk cId="823925398" sldId="2147483761"/>
              <ac:spMk id="9" creationId="{9807B387-AAAD-5497-1E4C-10D8B0971F31}"/>
            </ac:spMkLst>
          </pc:spChg>
          <pc:spChg chg="add">
            <ac:chgData name="riya singh" userId="7abd632d42337e32" providerId="LiveId" clId="{A2BB9560-E8EC-4498-9591-1BC8A0E3267C}" dt="2026-06-09T19:25:25.046" v="113"/>
            <ac:spMkLst>
              <pc:docMk/>
              <pc:sldMasterMk cId="983370657" sldId="2147483753"/>
              <pc:sldLayoutMk cId="823925398" sldId="2147483761"/>
              <ac:spMk id="10" creationId="{168F95B2-0CC9-EE45-D76D-16A34AE961E8}"/>
            </ac:spMkLst>
          </pc:spChg>
          <pc:spChg chg="add">
            <ac:chgData name="riya singh" userId="7abd632d42337e32" providerId="LiveId" clId="{A2BB9560-E8EC-4498-9591-1BC8A0E3267C}" dt="2026-06-09T19:25:25.046" v="113"/>
            <ac:spMkLst>
              <pc:docMk/>
              <pc:sldMasterMk cId="983370657" sldId="2147483753"/>
              <pc:sldLayoutMk cId="823925398" sldId="2147483761"/>
              <ac:spMk id="11" creationId="{D21EB416-3F8C-6792-6E1B-A32B0FFB0FDE}"/>
            </ac:spMkLst>
          </pc:spChg>
          <pc:spChg chg="add">
            <ac:chgData name="riya singh" userId="7abd632d42337e32" providerId="LiveId" clId="{A2BB9560-E8EC-4498-9591-1BC8A0E3267C}" dt="2026-06-09T19:25:25.046" v="113"/>
            <ac:spMkLst>
              <pc:docMk/>
              <pc:sldMasterMk cId="983370657" sldId="2147483753"/>
              <pc:sldLayoutMk cId="823925398" sldId="2147483761"/>
              <ac:spMk id="12" creationId="{9E7530CC-0522-CC97-0503-936ED8892CF5}"/>
            </ac:spMkLst>
          </pc:spChg>
          <pc:spChg chg="add">
            <ac:chgData name="riya singh" userId="7abd632d42337e32" providerId="LiveId" clId="{A2BB9560-E8EC-4498-9591-1BC8A0E3267C}" dt="2026-06-09T19:25:25.046" v="113"/>
            <ac:spMkLst>
              <pc:docMk/>
              <pc:sldMasterMk cId="983370657" sldId="2147483753"/>
              <pc:sldLayoutMk cId="823925398" sldId="2147483761"/>
              <ac:spMk id="19" creationId="{1EF72BE4-8A41-88B6-DECB-6B633EF913CB}"/>
            </ac:spMkLst>
          </pc:spChg>
          <pc:grpChg chg="add">
            <ac:chgData name="riya singh" userId="7abd632d42337e32" providerId="LiveId" clId="{A2BB9560-E8EC-4498-9591-1BC8A0E3267C}" dt="2026-06-09T19:25:25.046" v="113"/>
            <ac:grpSpMkLst>
              <pc:docMk/>
              <pc:sldMasterMk cId="983370657" sldId="2147483753"/>
              <pc:sldLayoutMk cId="823925398" sldId="2147483761"/>
              <ac:grpSpMk id="13" creationId="{70BA642A-4A61-7ABE-3C36-A7FD10FE7933}"/>
            </ac:grpSpMkLst>
          </pc:grpChg>
          <pc:grpChg chg="add">
            <ac:chgData name="riya singh" userId="7abd632d42337e32" providerId="LiveId" clId="{A2BB9560-E8EC-4498-9591-1BC8A0E3267C}" dt="2026-06-09T19:25:25.046" v="113"/>
            <ac:grpSpMkLst>
              <pc:docMk/>
              <pc:sldMasterMk cId="983370657" sldId="2147483753"/>
              <pc:sldLayoutMk cId="823925398" sldId="2147483761"/>
              <ac:grpSpMk id="16" creationId="{066F4E26-2304-71A3-BAD8-2EF0922FF23A}"/>
            </ac:grpSpMkLst>
          </pc:grpChg>
        </pc:sldLayoutChg>
        <pc:sldLayoutChg chg="addSp">
          <pc:chgData name="riya singh" userId="7abd632d42337e32" providerId="LiveId" clId="{A2BB9560-E8EC-4498-9591-1BC8A0E3267C}" dt="2026-06-09T19:25:25.046" v="113"/>
          <pc:sldLayoutMkLst>
            <pc:docMk/>
            <pc:sldMasterMk cId="983370657" sldId="2147483753"/>
            <pc:sldLayoutMk cId="3008473533" sldId="2147483762"/>
          </pc:sldLayoutMkLst>
          <pc:spChg chg="add">
            <ac:chgData name="riya singh" userId="7abd632d42337e32" providerId="LiveId" clId="{A2BB9560-E8EC-4498-9591-1BC8A0E3267C}" dt="2026-06-09T19:25:25.046" v="113"/>
            <ac:spMkLst>
              <pc:docMk/>
              <pc:sldMasterMk cId="983370657" sldId="2147483753"/>
              <pc:sldLayoutMk cId="3008473533" sldId="2147483762"/>
              <ac:spMk id="3" creationId="{F645E358-AA9C-3FCF-8D26-EC36D2110646}"/>
            </ac:spMkLst>
          </pc:spChg>
          <pc:spChg chg="add">
            <ac:chgData name="riya singh" userId="7abd632d42337e32" providerId="LiveId" clId="{A2BB9560-E8EC-4498-9591-1BC8A0E3267C}" dt="2026-06-09T19:25:25.046" v="113"/>
            <ac:spMkLst>
              <pc:docMk/>
              <pc:sldMasterMk cId="983370657" sldId="2147483753"/>
              <pc:sldLayoutMk cId="3008473533" sldId="2147483762"/>
              <ac:spMk id="8" creationId="{CEB0EA23-8BEB-7CC7-0105-52FCBF116C2F}"/>
            </ac:spMkLst>
          </pc:spChg>
          <pc:spChg chg="add">
            <ac:chgData name="riya singh" userId="7abd632d42337e32" providerId="LiveId" clId="{A2BB9560-E8EC-4498-9591-1BC8A0E3267C}" dt="2026-06-09T19:25:25.046" v="113"/>
            <ac:spMkLst>
              <pc:docMk/>
              <pc:sldMasterMk cId="983370657" sldId="2147483753"/>
              <pc:sldLayoutMk cId="3008473533" sldId="2147483762"/>
              <ac:spMk id="9" creationId="{E7AF0E37-E10D-51A7-285E-A84B8E8CD2B0}"/>
            </ac:spMkLst>
          </pc:spChg>
          <pc:spChg chg="add">
            <ac:chgData name="riya singh" userId="7abd632d42337e32" providerId="LiveId" clId="{A2BB9560-E8EC-4498-9591-1BC8A0E3267C}" dt="2026-06-09T19:25:25.046" v="113"/>
            <ac:spMkLst>
              <pc:docMk/>
              <pc:sldMasterMk cId="983370657" sldId="2147483753"/>
              <pc:sldLayoutMk cId="3008473533" sldId="2147483762"/>
              <ac:spMk id="10" creationId="{1B702C86-8540-5B07-0B80-FBA673C72F2F}"/>
            </ac:spMkLst>
          </pc:spChg>
          <pc:spChg chg="add">
            <ac:chgData name="riya singh" userId="7abd632d42337e32" providerId="LiveId" clId="{A2BB9560-E8EC-4498-9591-1BC8A0E3267C}" dt="2026-06-09T19:25:25.046" v="113"/>
            <ac:spMkLst>
              <pc:docMk/>
              <pc:sldMasterMk cId="983370657" sldId="2147483753"/>
              <pc:sldLayoutMk cId="3008473533" sldId="2147483762"/>
              <ac:spMk id="11" creationId="{FB9B649C-1C02-56FA-E157-18E5DD320443}"/>
            </ac:spMkLst>
          </pc:spChg>
          <pc:spChg chg="add">
            <ac:chgData name="riya singh" userId="7abd632d42337e32" providerId="LiveId" clId="{A2BB9560-E8EC-4498-9591-1BC8A0E3267C}" dt="2026-06-09T19:25:25.046" v="113"/>
            <ac:spMkLst>
              <pc:docMk/>
              <pc:sldMasterMk cId="983370657" sldId="2147483753"/>
              <pc:sldLayoutMk cId="3008473533" sldId="2147483762"/>
              <ac:spMk id="19" creationId="{28DA565E-BDA9-B237-93B4-022E35257A1B}"/>
            </ac:spMkLst>
          </pc:spChg>
          <pc:grpChg chg="add">
            <ac:chgData name="riya singh" userId="7abd632d42337e32" providerId="LiveId" clId="{A2BB9560-E8EC-4498-9591-1BC8A0E3267C}" dt="2026-06-09T19:25:25.046" v="113"/>
            <ac:grpSpMkLst>
              <pc:docMk/>
              <pc:sldMasterMk cId="983370657" sldId="2147483753"/>
              <pc:sldLayoutMk cId="3008473533" sldId="2147483762"/>
              <ac:grpSpMk id="12" creationId="{3E9D402C-BF09-4E0E-1B2D-063E9042DCA5}"/>
            </ac:grpSpMkLst>
          </pc:grpChg>
          <pc:grpChg chg="add">
            <ac:chgData name="riya singh" userId="7abd632d42337e32" providerId="LiveId" clId="{A2BB9560-E8EC-4498-9591-1BC8A0E3267C}" dt="2026-06-09T19:25:25.046" v="113"/>
            <ac:grpSpMkLst>
              <pc:docMk/>
              <pc:sldMasterMk cId="983370657" sldId="2147483753"/>
              <pc:sldLayoutMk cId="3008473533" sldId="2147483762"/>
              <ac:grpSpMk id="16" creationId="{FC3050CA-14A3-0C3B-7845-24CE185BCD68}"/>
            </ac:grpSpMkLst>
          </pc:grpChg>
        </pc:sldLayoutChg>
      </pc:sldMasterChg>
      <pc:sldMasterChg chg="addSp modSldLayout">
        <pc:chgData name="riya singh" userId="7abd632d42337e32" providerId="LiveId" clId="{A2BB9560-E8EC-4498-9591-1BC8A0E3267C}" dt="2026-06-09T19:21:12.314" v="68"/>
        <pc:sldMasterMkLst>
          <pc:docMk/>
          <pc:sldMasterMk cId="3711087838" sldId="2147483753"/>
        </pc:sldMasterMkLst>
        <pc:spChg chg="add">
          <ac:chgData name="riya singh" userId="7abd632d42337e32" providerId="LiveId" clId="{A2BB9560-E8EC-4498-9591-1BC8A0E3267C}" dt="2026-06-09T19:21:12.314" v="68"/>
          <ac:spMkLst>
            <pc:docMk/>
            <pc:sldMasterMk cId="3711087838" sldId="2147483753"/>
            <ac:spMk id="7" creationId="{1BF99D6E-7453-D655-4F56-491B18A9A0DE}"/>
          </ac:spMkLst>
        </pc:spChg>
        <pc:spChg chg="add">
          <ac:chgData name="riya singh" userId="7abd632d42337e32" providerId="LiveId" clId="{A2BB9560-E8EC-4498-9591-1BC8A0E3267C}" dt="2026-06-09T19:21:12.314" v="68"/>
          <ac:spMkLst>
            <pc:docMk/>
            <pc:sldMasterMk cId="3711087838" sldId="2147483753"/>
            <ac:spMk id="8" creationId="{D0E2DC51-B5AC-079C-357E-C70CBEE4A7FE}"/>
          </ac:spMkLst>
        </pc:spChg>
        <pc:spChg chg="add">
          <ac:chgData name="riya singh" userId="7abd632d42337e32" providerId="LiveId" clId="{A2BB9560-E8EC-4498-9591-1BC8A0E3267C}" dt="2026-06-09T19:21:12.314" v="68"/>
          <ac:spMkLst>
            <pc:docMk/>
            <pc:sldMasterMk cId="3711087838" sldId="2147483753"/>
            <ac:spMk id="9" creationId="{90F530A1-0F17-538E-27FE-9F7F5D711CC6}"/>
          </ac:spMkLst>
        </pc:spChg>
        <pc:spChg chg="add">
          <ac:chgData name="riya singh" userId="7abd632d42337e32" providerId="LiveId" clId="{A2BB9560-E8EC-4498-9591-1BC8A0E3267C}" dt="2026-06-09T19:21:12.314" v="68"/>
          <ac:spMkLst>
            <pc:docMk/>
            <pc:sldMasterMk cId="3711087838" sldId="2147483753"/>
            <ac:spMk id="10" creationId="{365C0794-0867-A3F3-4755-876584DD1262}"/>
          </ac:spMkLst>
        </pc:spChg>
        <pc:spChg chg="add">
          <ac:chgData name="riya singh" userId="7abd632d42337e32" providerId="LiveId" clId="{A2BB9560-E8EC-4498-9591-1BC8A0E3267C}" dt="2026-06-09T19:21:12.314" v="68"/>
          <ac:spMkLst>
            <pc:docMk/>
            <pc:sldMasterMk cId="3711087838" sldId="2147483753"/>
            <ac:spMk id="11" creationId="{A6DEB818-6B57-A131-2F82-53D0D8C7FF7B}"/>
          </ac:spMkLst>
        </pc:spChg>
        <pc:spChg chg="add">
          <ac:chgData name="riya singh" userId="7abd632d42337e32" providerId="LiveId" clId="{A2BB9560-E8EC-4498-9591-1BC8A0E3267C}" dt="2026-06-09T19:21:12.314" v="68"/>
          <ac:spMkLst>
            <pc:docMk/>
            <pc:sldMasterMk cId="3711087838" sldId="2147483753"/>
            <ac:spMk id="12" creationId="{FE451EBE-BC8E-42C0-86C5-F33CADF3FAF5}"/>
          </ac:spMkLst>
        </pc:spChg>
        <pc:spChg chg="add">
          <ac:chgData name="riya singh" userId="7abd632d42337e32" providerId="LiveId" clId="{A2BB9560-E8EC-4498-9591-1BC8A0E3267C}" dt="2026-06-09T19:21:12.314" v="68"/>
          <ac:spMkLst>
            <pc:docMk/>
            <pc:sldMasterMk cId="3711087838" sldId="2147483753"/>
            <ac:spMk id="19" creationId="{55E33464-DD7F-2119-C964-F729DE06AD96}"/>
          </ac:spMkLst>
        </pc:spChg>
        <pc:spChg chg="add">
          <ac:chgData name="riya singh" userId="7abd632d42337e32" providerId="LiveId" clId="{A2BB9560-E8EC-4498-9591-1BC8A0E3267C}" dt="2026-06-09T19:21:12.314" v="68"/>
          <ac:spMkLst>
            <pc:docMk/>
            <pc:sldMasterMk cId="3711087838" sldId="2147483753"/>
            <ac:spMk id="20" creationId="{E69E6958-A85B-BBBF-BFA6-89C28CD7124A}"/>
          </ac:spMkLst>
        </pc:spChg>
        <pc:grpChg chg="add">
          <ac:chgData name="riya singh" userId="7abd632d42337e32" providerId="LiveId" clId="{A2BB9560-E8EC-4498-9591-1BC8A0E3267C}" dt="2026-06-09T19:21:12.314" v="68"/>
          <ac:grpSpMkLst>
            <pc:docMk/>
            <pc:sldMasterMk cId="3711087838" sldId="2147483753"/>
            <ac:grpSpMk id="13" creationId="{9D60D85D-AD9D-9D0E-A7CF-573C5E825585}"/>
          </ac:grpSpMkLst>
        </pc:grpChg>
        <pc:grpChg chg="add">
          <ac:chgData name="riya singh" userId="7abd632d42337e32" providerId="LiveId" clId="{A2BB9560-E8EC-4498-9591-1BC8A0E3267C}" dt="2026-06-09T19:21:12.314" v="68"/>
          <ac:grpSpMkLst>
            <pc:docMk/>
            <pc:sldMasterMk cId="3711087838" sldId="2147483753"/>
            <ac:grpSpMk id="16" creationId="{7A2C2952-FBE3-CCC7-1A77-DCFC7B680099}"/>
          </ac:grpSpMkLst>
        </pc:grpChg>
        <pc:sldLayoutChg chg="addSp">
          <pc:chgData name="riya singh" userId="7abd632d42337e32" providerId="LiveId" clId="{A2BB9560-E8EC-4498-9591-1BC8A0E3267C}" dt="2026-06-09T19:21:12.314" v="68"/>
          <pc:sldLayoutMkLst>
            <pc:docMk/>
            <pc:sldMasterMk cId="3711087838" sldId="2147483753"/>
            <pc:sldLayoutMk cId="4148276864" sldId="2147483754"/>
          </pc:sldLayoutMkLst>
          <pc:spChg chg="add">
            <ac:chgData name="riya singh" userId="7abd632d42337e32" providerId="LiveId" clId="{A2BB9560-E8EC-4498-9591-1BC8A0E3267C}" dt="2026-06-09T19:21:12.314" v="68"/>
            <ac:spMkLst>
              <pc:docMk/>
              <pc:sldMasterMk cId="3711087838" sldId="2147483753"/>
              <pc:sldLayoutMk cId="4148276864" sldId="2147483754"/>
              <ac:spMk id="7" creationId="{828C9F80-E23C-8C18-CCB2-B46B749C5DB9}"/>
            </ac:spMkLst>
          </pc:spChg>
          <pc:grpChg chg="add">
            <ac:chgData name="riya singh" userId="7abd632d42337e32" providerId="LiveId" clId="{A2BB9560-E8EC-4498-9591-1BC8A0E3267C}" dt="2026-06-09T19:21:12.314" v="68"/>
            <ac:grpSpMkLst>
              <pc:docMk/>
              <pc:sldMasterMk cId="3711087838" sldId="2147483753"/>
              <pc:sldLayoutMk cId="4148276864" sldId="2147483754"/>
              <ac:grpSpMk id="8" creationId="{0E3B4402-D279-BC27-73BC-EDCA09CAEB24}"/>
            </ac:grpSpMkLst>
          </pc:grpChg>
        </pc:sldLayoutChg>
        <pc:sldLayoutChg chg="addSp">
          <pc:chgData name="riya singh" userId="7abd632d42337e32" providerId="LiveId" clId="{A2BB9560-E8EC-4498-9591-1BC8A0E3267C}" dt="2026-06-09T19:21:12.314" v="68"/>
          <pc:sldLayoutMkLst>
            <pc:docMk/>
            <pc:sldMasterMk cId="3711087838" sldId="2147483753"/>
            <pc:sldLayoutMk cId="2683862668" sldId="2147483755"/>
          </pc:sldLayoutMkLst>
          <pc:spChg chg="add">
            <ac:chgData name="riya singh" userId="7abd632d42337e32" providerId="LiveId" clId="{A2BB9560-E8EC-4498-9591-1BC8A0E3267C}" dt="2026-06-09T19:21:12.314" v="68"/>
            <ac:spMkLst>
              <pc:docMk/>
              <pc:sldMasterMk cId="3711087838" sldId="2147483753"/>
              <pc:sldLayoutMk cId="2683862668" sldId="2147483755"/>
              <ac:spMk id="7" creationId="{F293619B-968A-8160-3550-77D285A5C252}"/>
            </ac:spMkLst>
          </pc:spChg>
          <pc:spChg chg="add">
            <ac:chgData name="riya singh" userId="7abd632d42337e32" providerId="LiveId" clId="{A2BB9560-E8EC-4498-9591-1BC8A0E3267C}" dt="2026-06-09T19:21:12.314" v="68"/>
            <ac:spMkLst>
              <pc:docMk/>
              <pc:sldMasterMk cId="3711087838" sldId="2147483753"/>
              <pc:sldLayoutMk cId="2683862668" sldId="2147483755"/>
              <ac:spMk id="8" creationId="{C9676EA7-44F8-0208-E126-76B772DC8615}"/>
            </ac:spMkLst>
          </pc:spChg>
          <pc:spChg chg="add">
            <ac:chgData name="riya singh" userId="7abd632d42337e32" providerId="LiveId" clId="{A2BB9560-E8EC-4498-9591-1BC8A0E3267C}" dt="2026-06-09T19:21:12.314" v="68"/>
            <ac:spMkLst>
              <pc:docMk/>
              <pc:sldMasterMk cId="3711087838" sldId="2147483753"/>
              <pc:sldLayoutMk cId="2683862668" sldId="2147483755"/>
              <ac:spMk id="9" creationId="{683F53B1-EB72-9307-90CC-230FCCC61FB9}"/>
            </ac:spMkLst>
          </pc:spChg>
          <pc:spChg chg="add">
            <ac:chgData name="riya singh" userId="7abd632d42337e32" providerId="LiveId" clId="{A2BB9560-E8EC-4498-9591-1BC8A0E3267C}" dt="2026-06-09T19:21:12.314" v="68"/>
            <ac:spMkLst>
              <pc:docMk/>
              <pc:sldMasterMk cId="3711087838" sldId="2147483753"/>
              <pc:sldLayoutMk cId="2683862668" sldId="2147483755"/>
              <ac:spMk id="10" creationId="{BCC9EADB-9B8C-D1CF-9838-721DE88B8C6E}"/>
            </ac:spMkLst>
          </pc:spChg>
          <pc:spChg chg="add">
            <ac:chgData name="riya singh" userId="7abd632d42337e32" providerId="LiveId" clId="{A2BB9560-E8EC-4498-9591-1BC8A0E3267C}" dt="2026-06-09T19:21:12.314" v="68"/>
            <ac:spMkLst>
              <pc:docMk/>
              <pc:sldMasterMk cId="3711087838" sldId="2147483753"/>
              <pc:sldLayoutMk cId="2683862668" sldId="2147483755"/>
              <ac:spMk id="11" creationId="{F5E06568-E34D-C805-9E3A-D7DF13698CA3}"/>
            </ac:spMkLst>
          </pc:spChg>
          <pc:spChg chg="add">
            <ac:chgData name="riya singh" userId="7abd632d42337e32" providerId="LiveId" clId="{A2BB9560-E8EC-4498-9591-1BC8A0E3267C}" dt="2026-06-09T19:21:12.314" v="68"/>
            <ac:spMkLst>
              <pc:docMk/>
              <pc:sldMasterMk cId="3711087838" sldId="2147483753"/>
              <pc:sldLayoutMk cId="2683862668" sldId="2147483755"/>
              <ac:spMk id="18" creationId="{311D0855-10F3-0A68-1358-27743C825907}"/>
            </ac:spMkLst>
          </pc:spChg>
          <pc:grpChg chg="add">
            <ac:chgData name="riya singh" userId="7abd632d42337e32" providerId="LiveId" clId="{A2BB9560-E8EC-4498-9591-1BC8A0E3267C}" dt="2026-06-09T19:21:12.314" v="68"/>
            <ac:grpSpMkLst>
              <pc:docMk/>
              <pc:sldMasterMk cId="3711087838" sldId="2147483753"/>
              <pc:sldLayoutMk cId="2683862668" sldId="2147483755"/>
              <ac:grpSpMk id="12" creationId="{A5B6BAF0-C533-97AD-3FC7-59DF03766C03}"/>
            </ac:grpSpMkLst>
          </pc:grpChg>
          <pc:grpChg chg="add">
            <ac:chgData name="riya singh" userId="7abd632d42337e32" providerId="LiveId" clId="{A2BB9560-E8EC-4498-9591-1BC8A0E3267C}" dt="2026-06-09T19:21:12.314" v="68"/>
            <ac:grpSpMkLst>
              <pc:docMk/>
              <pc:sldMasterMk cId="3711087838" sldId="2147483753"/>
              <pc:sldLayoutMk cId="2683862668" sldId="2147483755"/>
              <ac:grpSpMk id="15" creationId="{3F3627E4-A2CC-BA04-9BED-9BB22C09D433}"/>
            </ac:grpSpMkLst>
          </pc:grpChg>
        </pc:sldLayoutChg>
        <pc:sldLayoutChg chg="addSp">
          <pc:chgData name="riya singh" userId="7abd632d42337e32" providerId="LiveId" clId="{A2BB9560-E8EC-4498-9591-1BC8A0E3267C}" dt="2026-06-09T19:21:12.314" v="68"/>
          <pc:sldLayoutMkLst>
            <pc:docMk/>
            <pc:sldMasterMk cId="3711087838" sldId="2147483753"/>
            <pc:sldLayoutMk cId="823890790" sldId="2147483756"/>
          </pc:sldLayoutMkLst>
          <pc:spChg chg="add">
            <ac:chgData name="riya singh" userId="7abd632d42337e32" providerId="LiveId" clId="{A2BB9560-E8EC-4498-9591-1BC8A0E3267C}" dt="2026-06-09T19:21:12.314" v="68"/>
            <ac:spMkLst>
              <pc:docMk/>
              <pc:sldMasterMk cId="3711087838" sldId="2147483753"/>
              <pc:sldLayoutMk cId="823890790" sldId="2147483756"/>
              <ac:spMk id="7" creationId="{79292434-B9AA-866C-C2AD-B309584732D3}"/>
            </ac:spMkLst>
          </pc:spChg>
          <pc:spChg chg="add">
            <ac:chgData name="riya singh" userId="7abd632d42337e32" providerId="LiveId" clId="{A2BB9560-E8EC-4498-9591-1BC8A0E3267C}" dt="2026-06-09T19:21:12.314" v="68"/>
            <ac:spMkLst>
              <pc:docMk/>
              <pc:sldMasterMk cId="3711087838" sldId="2147483753"/>
              <pc:sldLayoutMk cId="823890790" sldId="2147483756"/>
              <ac:spMk id="8" creationId="{FBBCB229-14AB-7A74-6C14-2BC316B32305}"/>
            </ac:spMkLst>
          </pc:spChg>
          <pc:spChg chg="add">
            <ac:chgData name="riya singh" userId="7abd632d42337e32" providerId="LiveId" clId="{A2BB9560-E8EC-4498-9591-1BC8A0E3267C}" dt="2026-06-09T19:21:12.314" v="68"/>
            <ac:spMkLst>
              <pc:docMk/>
              <pc:sldMasterMk cId="3711087838" sldId="2147483753"/>
              <pc:sldLayoutMk cId="823890790" sldId="2147483756"/>
              <ac:spMk id="9" creationId="{5F70A374-53A3-5783-B602-C95C085E275E}"/>
            </ac:spMkLst>
          </pc:spChg>
          <pc:spChg chg="add">
            <ac:chgData name="riya singh" userId="7abd632d42337e32" providerId="LiveId" clId="{A2BB9560-E8EC-4498-9591-1BC8A0E3267C}" dt="2026-06-09T19:21:12.314" v="68"/>
            <ac:spMkLst>
              <pc:docMk/>
              <pc:sldMasterMk cId="3711087838" sldId="2147483753"/>
              <pc:sldLayoutMk cId="823890790" sldId="2147483756"/>
              <ac:spMk id="10" creationId="{B0002AC8-D0D9-1E85-272E-59B1F737EF4B}"/>
            </ac:spMkLst>
          </pc:spChg>
          <pc:spChg chg="add">
            <ac:chgData name="riya singh" userId="7abd632d42337e32" providerId="LiveId" clId="{A2BB9560-E8EC-4498-9591-1BC8A0E3267C}" dt="2026-06-09T19:21:12.314" v="68"/>
            <ac:spMkLst>
              <pc:docMk/>
              <pc:sldMasterMk cId="3711087838" sldId="2147483753"/>
              <pc:sldLayoutMk cId="823890790" sldId="2147483756"/>
              <ac:spMk id="11" creationId="{A8CD9C0B-F186-D71C-6E22-3C77D9FAB940}"/>
            </ac:spMkLst>
          </pc:spChg>
          <pc:spChg chg="add">
            <ac:chgData name="riya singh" userId="7abd632d42337e32" providerId="LiveId" clId="{A2BB9560-E8EC-4498-9591-1BC8A0E3267C}" dt="2026-06-09T19:21:12.314" v="68"/>
            <ac:spMkLst>
              <pc:docMk/>
              <pc:sldMasterMk cId="3711087838" sldId="2147483753"/>
              <pc:sldLayoutMk cId="823890790" sldId="2147483756"/>
              <ac:spMk id="12" creationId="{B2869339-73EF-0C3D-0B90-AC38D5E61FC3}"/>
            </ac:spMkLst>
          </pc:spChg>
          <pc:spChg chg="add">
            <ac:chgData name="riya singh" userId="7abd632d42337e32" providerId="LiveId" clId="{A2BB9560-E8EC-4498-9591-1BC8A0E3267C}" dt="2026-06-09T19:21:12.314" v="68"/>
            <ac:spMkLst>
              <pc:docMk/>
              <pc:sldMasterMk cId="3711087838" sldId="2147483753"/>
              <pc:sldLayoutMk cId="823890790" sldId="2147483756"/>
              <ac:spMk id="13" creationId="{D6759911-EA9A-3008-4B60-EA523CA02C84}"/>
            </ac:spMkLst>
          </pc:spChg>
          <pc:spChg chg="add">
            <ac:chgData name="riya singh" userId="7abd632d42337e32" providerId="LiveId" clId="{A2BB9560-E8EC-4498-9591-1BC8A0E3267C}" dt="2026-06-09T19:21:12.314" v="68"/>
            <ac:spMkLst>
              <pc:docMk/>
              <pc:sldMasterMk cId="3711087838" sldId="2147483753"/>
              <pc:sldLayoutMk cId="823890790" sldId="2147483756"/>
              <ac:spMk id="14" creationId="{33890A8F-93CD-0F04-9432-C3224E693D83}"/>
            </ac:spMkLst>
          </pc:spChg>
          <pc:spChg chg="add">
            <ac:chgData name="riya singh" userId="7abd632d42337e32" providerId="LiveId" clId="{A2BB9560-E8EC-4498-9591-1BC8A0E3267C}" dt="2026-06-09T19:21:12.314" v="68"/>
            <ac:spMkLst>
              <pc:docMk/>
              <pc:sldMasterMk cId="3711087838" sldId="2147483753"/>
              <pc:sldLayoutMk cId="823890790" sldId="2147483756"/>
              <ac:spMk id="15" creationId="{3224D95E-63DE-D66D-F596-2999089BDF56}"/>
            </ac:spMkLst>
          </pc:spChg>
          <pc:grpChg chg="add">
            <ac:chgData name="riya singh" userId="7abd632d42337e32" providerId="LiveId" clId="{A2BB9560-E8EC-4498-9591-1BC8A0E3267C}" dt="2026-06-09T19:21:12.314" v="68"/>
            <ac:grpSpMkLst>
              <pc:docMk/>
              <pc:sldMasterMk cId="3711087838" sldId="2147483753"/>
              <pc:sldLayoutMk cId="823890790" sldId="2147483756"/>
              <ac:grpSpMk id="16" creationId="{B6D4944A-36D9-BD00-5186-9ABAECE4B925}"/>
            </ac:grpSpMkLst>
          </pc:grpChg>
        </pc:sldLayoutChg>
        <pc:sldLayoutChg chg="addSp">
          <pc:chgData name="riya singh" userId="7abd632d42337e32" providerId="LiveId" clId="{A2BB9560-E8EC-4498-9591-1BC8A0E3267C}" dt="2026-06-09T19:21:12.314" v="68"/>
          <pc:sldLayoutMkLst>
            <pc:docMk/>
            <pc:sldMasterMk cId="3711087838" sldId="2147483753"/>
            <pc:sldLayoutMk cId="2990237368" sldId="2147483757"/>
          </pc:sldLayoutMkLst>
          <pc:spChg chg="add">
            <ac:chgData name="riya singh" userId="7abd632d42337e32" providerId="LiveId" clId="{A2BB9560-E8EC-4498-9591-1BC8A0E3267C}" dt="2026-06-09T19:21:12.314" v="68"/>
            <ac:spMkLst>
              <pc:docMk/>
              <pc:sldMasterMk cId="3711087838" sldId="2147483753"/>
              <pc:sldLayoutMk cId="2990237368" sldId="2147483757"/>
              <ac:spMk id="8" creationId="{44264724-ED28-F2E3-AE35-1CE2DCD6494B}"/>
            </ac:spMkLst>
          </pc:spChg>
          <pc:spChg chg="add">
            <ac:chgData name="riya singh" userId="7abd632d42337e32" providerId="LiveId" clId="{A2BB9560-E8EC-4498-9591-1BC8A0E3267C}" dt="2026-06-09T19:21:12.314" v="68"/>
            <ac:spMkLst>
              <pc:docMk/>
              <pc:sldMasterMk cId="3711087838" sldId="2147483753"/>
              <pc:sldLayoutMk cId="2990237368" sldId="2147483757"/>
              <ac:spMk id="9" creationId="{16D1A755-D21D-72C3-3883-0E9641041E8F}"/>
            </ac:spMkLst>
          </pc:spChg>
          <pc:spChg chg="add">
            <ac:chgData name="riya singh" userId="7abd632d42337e32" providerId="LiveId" clId="{A2BB9560-E8EC-4498-9591-1BC8A0E3267C}" dt="2026-06-09T19:21:12.314" v="68"/>
            <ac:spMkLst>
              <pc:docMk/>
              <pc:sldMasterMk cId="3711087838" sldId="2147483753"/>
              <pc:sldLayoutMk cId="2990237368" sldId="2147483757"/>
              <ac:spMk id="10" creationId="{C389DE7D-3DC0-FA91-89C9-A3358787FCC8}"/>
            </ac:spMkLst>
          </pc:spChg>
          <pc:spChg chg="add">
            <ac:chgData name="riya singh" userId="7abd632d42337e32" providerId="LiveId" clId="{A2BB9560-E8EC-4498-9591-1BC8A0E3267C}" dt="2026-06-09T19:21:12.314" v="68"/>
            <ac:spMkLst>
              <pc:docMk/>
              <pc:sldMasterMk cId="3711087838" sldId="2147483753"/>
              <pc:sldLayoutMk cId="2990237368" sldId="2147483757"/>
              <ac:spMk id="11" creationId="{8896C96C-E135-5E05-E078-08AC0609A03A}"/>
            </ac:spMkLst>
          </pc:spChg>
          <pc:spChg chg="add">
            <ac:chgData name="riya singh" userId="7abd632d42337e32" providerId="LiveId" clId="{A2BB9560-E8EC-4498-9591-1BC8A0E3267C}" dt="2026-06-09T19:21:12.314" v="68"/>
            <ac:spMkLst>
              <pc:docMk/>
              <pc:sldMasterMk cId="3711087838" sldId="2147483753"/>
              <pc:sldLayoutMk cId="2990237368" sldId="2147483757"/>
              <ac:spMk id="12" creationId="{D6029564-8610-87DD-4E5D-992351F5B88A}"/>
            </ac:spMkLst>
          </pc:spChg>
          <pc:spChg chg="add">
            <ac:chgData name="riya singh" userId="7abd632d42337e32" providerId="LiveId" clId="{A2BB9560-E8EC-4498-9591-1BC8A0E3267C}" dt="2026-06-09T19:21:12.314" v="68"/>
            <ac:spMkLst>
              <pc:docMk/>
              <pc:sldMasterMk cId="3711087838" sldId="2147483753"/>
              <pc:sldLayoutMk cId="2990237368" sldId="2147483757"/>
              <ac:spMk id="19" creationId="{C70DE872-FBE5-5848-E642-AE5AB1B0E860}"/>
            </ac:spMkLst>
          </pc:spChg>
          <pc:grpChg chg="add">
            <ac:chgData name="riya singh" userId="7abd632d42337e32" providerId="LiveId" clId="{A2BB9560-E8EC-4498-9591-1BC8A0E3267C}" dt="2026-06-09T19:21:12.314" v="68"/>
            <ac:grpSpMkLst>
              <pc:docMk/>
              <pc:sldMasterMk cId="3711087838" sldId="2147483753"/>
              <pc:sldLayoutMk cId="2990237368" sldId="2147483757"/>
              <ac:grpSpMk id="13" creationId="{4F6EB8AB-C27E-0C01-CBB9-BBA4ADEFC969}"/>
            </ac:grpSpMkLst>
          </pc:grpChg>
          <pc:grpChg chg="add">
            <ac:chgData name="riya singh" userId="7abd632d42337e32" providerId="LiveId" clId="{A2BB9560-E8EC-4498-9591-1BC8A0E3267C}" dt="2026-06-09T19:21:12.314" v="68"/>
            <ac:grpSpMkLst>
              <pc:docMk/>
              <pc:sldMasterMk cId="3711087838" sldId="2147483753"/>
              <pc:sldLayoutMk cId="2990237368" sldId="2147483757"/>
              <ac:grpSpMk id="16" creationId="{3C3C0322-8853-809B-0B7A-CA9D6850C40A}"/>
            </ac:grpSpMkLst>
          </pc:grpChg>
        </pc:sldLayoutChg>
        <pc:sldLayoutChg chg="addSp">
          <pc:chgData name="riya singh" userId="7abd632d42337e32" providerId="LiveId" clId="{A2BB9560-E8EC-4498-9591-1BC8A0E3267C}" dt="2026-06-09T19:21:12.314" v="68"/>
          <pc:sldLayoutMkLst>
            <pc:docMk/>
            <pc:sldMasterMk cId="3711087838" sldId="2147483753"/>
            <pc:sldLayoutMk cId="2549558398" sldId="2147483758"/>
          </pc:sldLayoutMkLst>
          <pc:spChg chg="add">
            <ac:chgData name="riya singh" userId="7abd632d42337e32" providerId="LiveId" clId="{A2BB9560-E8EC-4498-9591-1BC8A0E3267C}" dt="2026-06-09T19:21:12.314" v="68"/>
            <ac:spMkLst>
              <pc:docMk/>
              <pc:sldMasterMk cId="3711087838" sldId="2147483753"/>
              <pc:sldLayoutMk cId="2549558398" sldId="2147483758"/>
              <ac:spMk id="10" creationId="{06FECAC1-2E34-B543-D378-6CBA4E05518F}"/>
            </ac:spMkLst>
          </pc:spChg>
          <pc:spChg chg="add">
            <ac:chgData name="riya singh" userId="7abd632d42337e32" providerId="LiveId" clId="{A2BB9560-E8EC-4498-9591-1BC8A0E3267C}" dt="2026-06-09T19:21:12.314" v="68"/>
            <ac:spMkLst>
              <pc:docMk/>
              <pc:sldMasterMk cId="3711087838" sldId="2147483753"/>
              <pc:sldLayoutMk cId="2549558398" sldId="2147483758"/>
              <ac:spMk id="11" creationId="{F5E025E3-EEEA-C938-149D-ADFEE3E2E4C1}"/>
            </ac:spMkLst>
          </pc:spChg>
          <pc:spChg chg="add">
            <ac:chgData name="riya singh" userId="7abd632d42337e32" providerId="LiveId" clId="{A2BB9560-E8EC-4498-9591-1BC8A0E3267C}" dt="2026-06-09T19:21:12.314" v="68"/>
            <ac:spMkLst>
              <pc:docMk/>
              <pc:sldMasterMk cId="3711087838" sldId="2147483753"/>
              <pc:sldLayoutMk cId="2549558398" sldId="2147483758"/>
              <ac:spMk id="12" creationId="{0E1E5D56-D5CA-9B8D-03CB-AA5051EB8D1C}"/>
            </ac:spMkLst>
          </pc:spChg>
          <pc:spChg chg="add">
            <ac:chgData name="riya singh" userId="7abd632d42337e32" providerId="LiveId" clId="{A2BB9560-E8EC-4498-9591-1BC8A0E3267C}" dt="2026-06-09T19:21:12.314" v="68"/>
            <ac:spMkLst>
              <pc:docMk/>
              <pc:sldMasterMk cId="3711087838" sldId="2147483753"/>
              <pc:sldLayoutMk cId="2549558398" sldId="2147483758"/>
              <ac:spMk id="13" creationId="{FDBA3266-0606-4C3E-EE5C-1F98EFDF5AB9}"/>
            </ac:spMkLst>
          </pc:spChg>
          <pc:spChg chg="add">
            <ac:chgData name="riya singh" userId="7abd632d42337e32" providerId="LiveId" clId="{A2BB9560-E8EC-4498-9591-1BC8A0E3267C}" dt="2026-06-09T19:21:12.314" v="68"/>
            <ac:spMkLst>
              <pc:docMk/>
              <pc:sldMasterMk cId="3711087838" sldId="2147483753"/>
              <pc:sldLayoutMk cId="2549558398" sldId="2147483758"/>
              <ac:spMk id="14" creationId="{00F9A9B9-553D-1EFD-E5F5-1CE6E3CDB6DC}"/>
            </ac:spMkLst>
          </pc:spChg>
          <pc:spChg chg="add">
            <ac:chgData name="riya singh" userId="7abd632d42337e32" providerId="LiveId" clId="{A2BB9560-E8EC-4498-9591-1BC8A0E3267C}" dt="2026-06-09T19:21:12.314" v="68"/>
            <ac:spMkLst>
              <pc:docMk/>
              <pc:sldMasterMk cId="3711087838" sldId="2147483753"/>
              <pc:sldLayoutMk cId="2549558398" sldId="2147483758"/>
              <ac:spMk id="21" creationId="{9A3ECA66-08B1-0876-0DDE-B2494F35137A}"/>
            </ac:spMkLst>
          </pc:spChg>
          <pc:grpChg chg="add">
            <ac:chgData name="riya singh" userId="7abd632d42337e32" providerId="LiveId" clId="{A2BB9560-E8EC-4498-9591-1BC8A0E3267C}" dt="2026-06-09T19:21:12.314" v="68"/>
            <ac:grpSpMkLst>
              <pc:docMk/>
              <pc:sldMasterMk cId="3711087838" sldId="2147483753"/>
              <pc:sldLayoutMk cId="2549558398" sldId="2147483758"/>
              <ac:grpSpMk id="15" creationId="{17D4D9DB-4AB9-30D6-10CE-04896962D5EC}"/>
            </ac:grpSpMkLst>
          </pc:grpChg>
          <pc:grpChg chg="add">
            <ac:chgData name="riya singh" userId="7abd632d42337e32" providerId="LiveId" clId="{A2BB9560-E8EC-4498-9591-1BC8A0E3267C}" dt="2026-06-09T19:21:12.314" v="68"/>
            <ac:grpSpMkLst>
              <pc:docMk/>
              <pc:sldMasterMk cId="3711087838" sldId="2147483753"/>
              <pc:sldLayoutMk cId="2549558398" sldId="2147483758"/>
              <ac:grpSpMk id="18" creationId="{BBC496DF-65DB-4F21-5B10-E817DB90E85C}"/>
            </ac:grpSpMkLst>
          </pc:grpChg>
        </pc:sldLayoutChg>
        <pc:sldLayoutChg chg="addSp">
          <pc:chgData name="riya singh" userId="7abd632d42337e32" providerId="LiveId" clId="{A2BB9560-E8EC-4498-9591-1BC8A0E3267C}" dt="2026-06-09T19:21:12.314" v="68"/>
          <pc:sldLayoutMkLst>
            <pc:docMk/>
            <pc:sldMasterMk cId="3711087838" sldId="2147483753"/>
            <pc:sldLayoutMk cId="1587187809" sldId="2147483759"/>
          </pc:sldLayoutMkLst>
          <pc:spChg chg="add">
            <ac:chgData name="riya singh" userId="7abd632d42337e32" providerId="LiveId" clId="{A2BB9560-E8EC-4498-9591-1BC8A0E3267C}" dt="2026-06-09T19:21:12.314" v="68"/>
            <ac:spMkLst>
              <pc:docMk/>
              <pc:sldMasterMk cId="3711087838" sldId="2147483753"/>
              <pc:sldLayoutMk cId="1587187809" sldId="2147483759"/>
              <ac:spMk id="6" creationId="{04324FFD-141D-769D-D868-4CCBBC966735}"/>
            </ac:spMkLst>
          </pc:spChg>
          <pc:spChg chg="add">
            <ac:chgData name="riya singh" userId="7abd632d42337e32" providerId="LiveId" clId="{A2BB9560-E8EC-4498-9591-1BC8A0E3267C}" dt="2026-06-09T19:21:12.314" v="68"/>
            <ac:spMkLst>
              <pc:docMk/>
              <pc:sldMasterMk cId="3711087838" sldId="2147483753"/>
              <pc:sldLayoutMk cId="1587187809" sldId="2147483759"/>
              <ac:spMk id="7" creationId="{3ABB0DAE-9AB7-BF8E-492D-4387DD009D4C}"/>
            </ac:spMkLst>
          </pc:spChg>
          <pc:spChg chg="add">
            <ac:chgData name="riya singh" userId="7abd632d42337e32" providerId="LiveId" clId="{A2BB9560-E8EC-4498-9591-1BC8A0E3267C}" dt="2026-06-09T19:21:12.314" v="68"/>
            <ac:spMkLst>
              <pc:docMk/>
              <pc:sldMasterMk cId="3711087838" sldId="2147483753"/>
              <pc:sldLayoutMk cId="1587187809" sldId="2147483759"/>
              <ac:spMk id="8" creationId="{563D4710-4984-4794-8BE5-11DBB44B228A}"/>
            </ac:spMkLst>
          </pc:spChg>
          <pc:spChg chg="add">
            <ac:chgData name="riya singh" userId="7abd632d42337e32" providerId="LiveId" clId="{A2BB9560-E8EC-4498-9591-1BC8A0E3267C}" dt="2026-06-09T19:21:12.314" v="68"/>
            <ac:spMkLst>
              <pc:docMk/>
              <pc:sldMasterMk cId="3711087838" sldId="2147483753"/>
              <pc:sldLayoutMk cId="1587187809" sldId="2147483759"/>
              <ac:spMk id="9" creationId="{537E0E5D-2C38-3092-67A9-C1CE9CB0D0BF}"/>
            </ac:spMkLst>
          </pc:spChg>
          <pc:spChg chg="add">
            <ac:chgData name="riya singh" userId="7abd632d42337e32" providerId="LiveId" clId="{A2BB9560-E8EC-4498-9591-1BC8A0E3267C}" dt="2026-06-09T19:21:12.314" v="68"/>
            <ac:spMkLst>
              <pc:docMk/>
              <pc:sldMasterMk cId="3711087838" sldId="2147483753"/>
              <pc:sldLayoutMk cId="1587187809" sldId="2147483759"/>
              <ac:spMk id="10" creationId="{E155BA33-1756-54AB-12BE-A59822564BFD}"/>
            </ac:spMkLst>
          </pc:spChg>
          <pc:spChg chg="add">
            <ac:chgData name="riya singh" userId="7abd632d42337e32" providerId="LiveId" clId="{A2BB9560-E8EC-4498-9591-1BC8A0E3267C}" dt="2026-06-09T19:21:12.314" v="68"/>
            <ac:spMkLst>
              <pc:docMk/>
              <pc:sldMasterMk cId="3711087838" sldId="2147483753"/>
              <pc:sldLayoutMk cId="1587187809" sldId="2147483759"/>
              <ac:spMk id="17" creationId="{A77DCBAA-7E94-3FB9-CB9C-39664F92F5AB}"/>
            </ac:spMkLst>
          </pc:spChg>
          <pc:grpChg chg="add">
            <ac:chgData name="riya singh" userId="7abd632d42337e32" providerId="LiveId" clId="{A2BB9560-E8EC-4498-9591-1BC8A0E3267C}" dt="2026-06-09T19:21:12.314" v="68"/>
            <ac:grpSpMkLst>
              <pc:docMk/>
              <pc:sldMasterMk cId="3711087838" sldId="2147483753"/>
              <pc:sldLayoutMk cId="1587187809" sldId="2147483759"/>
              <ac:grpSpMk id="11" creationId="{0325886B-75C7-33F4-DEEE-99B01C28C24F}"/>
            </ac:grpSpMkLst>
          </pc:grpChg>
          <pc:grpChg chg="add">
            <ac:chgData name="riya singh" userId="7abd632d42337e32" providerId="LiveId" clId="{A2BB9560-E8EC-4498-9591-1BC8A0E3267C}" dt="2026-06-09T19:21:12.314" v="68"/>
            <ac:grpSpMkLst>
              <pc:docMk/>
              <pc:sldMasterMk cId="3711087838" sldId="2147483753"/>
              <pc:sldLayoutMk cId="1587187809" sldId="2147483759"/>
              <ac:grpSpMk id="14" creationId="{2152018F-A24E-291B-6C30-49E5D297B05F}"/>
            </ac:grpSpMkLst>
          </pc:grpChg>
        </pc:sldLayoutChg>
        <pc:sldLayoutChg chg="addSp">
          <pc:chgData name="riya singh" userId="7abd632d42337e32" providerId="LiveId" clId="{A2BB9560-E8EC-4498-9591-1BC8A0E3267C}" dt="2026-06-09T19:21:12.314" v="68"/>
          <pc:sldLayoutMkLst>
            <pc:docMk/>
            <pc:sldMasterMk cId="3711087838" sldId="2147483753"/>
            <pc:sldLayoutMk cId="3467248400" sldId="2147483760"/>
          </pc:sldLayoutMkLst>
          <pc:spChg chg="add">
            <ac:chgData name="riya singh" userId="7abd632d42337e32" providerId="LiveId" clId="{A2BB9560-E8EC-4498-9591-1BC8A0E3267C}" dt="2026-06-09T19:21:12.314" v="68"/>
            <ac:spMkLst>
              <pc:docMk/>
              <pc:sldMasterMk cId="3711087838" sldId="2147483753"/>
              <pc:sldLayoutMk cId="3467248400" sldId="2147483760"/>
              <ac:spMk id="5" creationId="{73E14EC6-9BFA-392B-7F8C-D2FB6264C789}"/>
            </ac:spMkLst>
          </pc:spChg>
          <pc:spChg chg="add">
            <ac:chgData name="riya singh" userId="7abd632d42337e32" providerId="LiveId" clId="{A2BB9560-E8EC-4498-9591-1BC8A0E3267C}" dt="2026-06-09T19:21:12.314" v="68"/>
            <ac:spMkLst>
              <pc:docMk/>
              <pc:sldMasterMk cId="3711087838" sldId="2147483753"/>
              <pc:sldLayoutMk cId="3467248400" sldId="2147483760"/>
              <ac:spMk id="6" creationId="{9E663159-1786-EB16-2715-65218B7BB4CB}"/>
            </ac:spMkLst>
          </pc:spChg>
          <pc:spChg chg="add">
            <ac:chgData name="riya singh" userId="7abd632d42337e32" providerId="LiveId" clId="{A2BB9560-E8EC-4498-9591-1BC8A0E3267C}" dt="2026-06-09T19:21:12.314" v="68"/>
            <ac:spMkLst>
              <pc:docMk/>
              <pc:sldMasterMk cId="3711087838" sldId="2147483753"/>
              <pc:sldLayoutMk cId="3467248400" sldId="2147483760"/>
              <ac:spMk id="7" creationId="{F8190936-1E5E-3B69-1686-081D015E7F6B}"/>
            </ac:spMkLst>
          </pc:spChg>
          <pc:spChg chg="add">
            <ac:chgData name="riya singh" userId="7abd632d42337e32" providerId="LiveId" clId="{A2BB9560-E8EC-4498-9591-1BC8A0E3267C}" dt="2026-06-09T19:21:12.314" v="68"/>
            <ac:spMkLst>
              <pc:docMk/>
              <pc:sldMasterMk cId="3711087838" sldId="2147483753"/>
              <pc:sldLayoutMk cId="3467248400" sldId="2147483760"/>
              <ac:spMk id="8" creationId="{71084693-599D-184A-25A4-41CF2ED13DCF}"/>
            </ac:spMkLst>
          </pc:spChg>
          <pc:spChg chg="add">
            <ac:chgData name="riya singh" userId="7abd632d42337e32" providerId="LiveId" clId="{A2BB9560-E8EC-4498-9591-1BC8A0E3267C}" dt="2026-06-09T19:21:12.314" v="68"/>
            <ac:spMkLst>
              <pc:docMk/>
              <pc:sldMasterMk cId="3711087838" sldId="2147483753"/>
              <pc:sldLayoutMk cId="3467248400" sldId="2147483760"/>
              <ac:spMk id="9" creationId="{A0D928D0-902F-610B-905D-939C13E897EA}"/>
            </ac:spMkLst>
          </pc:spChg>
          <pc:spChg chg="add">
            <ac:chgData name="riya singh" userId="7abd632d42337e32" providerId="LiveId" clId="{A2BB9560-E8EC-4498-9591-1BC8A0E3267C}" dt="2026-06-09T19:21:12.314" v="68"/>
            <ac:spMkLst>
              <pc:docMk/>
              <pc:sldMasterMk cId="3711087838" sldId="2147483753"/>
              <pc:sldLayoutMk cId="3467248400" sldId="2147483760"/>
              <ac:spMk id="13" creationId="{8453F51A-7A75-AB1C-C7FB-991350E5D98E}"/>
            </ac:spMkLst>
          </pc:spChg>
          <pc:grpChg chg="add">
            <ac:chgData name="riya singh" userId="7abd632d42337e32" providerId="LiveId" clId="{A2BB9560-E8EC-4498-9591-1BC8A0E3267C}" dt="2026-06-09T19:21:12.314" v="68"/>
            <ac:grpSpMkLst>
              <pc:docMk/>
              <pc:sldMasterMk cId="3711087838" sldId="2147483753"/>
              <pc:sldLayoutMk cId="3467248400" sldId="2147483760"/>
              <ac:grpSpMk id="10" creationId="{BF1EEEF5-569B-5767-4802-6BFFDFDC8C99}"/>
            </ac:grpSpMkLst>
          </pc:grpChg>
        </pc:sldLayoutChg>
        <pc:sldLayoutChg chg="addSp">
          <pc:chgData name="riya singh" userId="7abd632d42337e32" providerId="LiveId" clId="{A2BB9560-E8EC-4498-9591-1BC8A0E3267C}" dt="2026-06-09T19:21:12.314" v="68"/>
          <pc:sldLayoutMkLst>
            <pc:docMk/>
            <pc:sldMasterMk cId="3711087838" sldId="2147483753"/>
            <pc:sldLayoutMk cId="2806723065" sldId="2147483761"/>
          </pc:sldLayoutMkLst>
          <pc:spChg chg="add">
            <ac:chgData name="riya singh" userId="7abd632d42337e32" providerId="LiveId" clId="{A2BB9560-E8EC-4498-9591-1BC8A0E3267C}" dt="2026-06-09T19:21:12.314" v="68"/>
            <ac:spMkLst>
              <pc:docMk/>
              <pc:sldMasterMk cId="3711087838" sldId="2147483753"/>
              <pc:sldLayoutMk cId="2806723065" sldId="2147483761"/>
              <ac:spMk id="8" creationId="{BDAE815C-103E-C6F7-9296-44D1CFD5553E}"/>
            </ac:spMkLst>
          </pc:spChg>
          <pc:spChg chg="add">
            <ac:chgData name="riya singh" userId="7abd632d42337e32" providerId="LiveId" clId="{A2BB9560-E8EC-4498-9591-1BC8A0E3267C}" dt="2026-06-09T19:21:12.314" v="68"/>
            <ac:spMkLst>
              <pc:docMk/>
              <pc:sldMasterMk cId="3711087838" sldId="2147483753"/>
              <pc:sldLayoutMk cId="2806723065" sldId="2147483761"/>
              <ac:spMk id="9" creationId="{C57F4FC9-BA43-CBC2-E00D-122363B86729}"/>
            </ac:spMkLst>
          </pc:spChg>
          <pc:spChg chg="add">
            <ac:chgData name="riya singh" userId="7abd632d42337e32" providerId="LiveId" clId="{A2BB9560-E8EC-4498-9591-1BC8A0E3267C}" dt="2026-06-09T19:21:12.314" v="68"/>
            <ac:spMkLst>
              <pc:docMk/>
              <pc:sldMasterMk cId="3711087838" sldId="2147483753"/>
              <pc:sldLayoutMk cId="2806723065" sldId="2147483761"/>
              <ac:spMk id="10" creationId="{F8F39344-ED8D-CA70-02CE-4C80FA80A066}"/>
            </ac:spMkLst>
          </pc:spChg>
          <pc:spChg chg="add">
            <ac:chgData name="riya singh" userId="7abd632d42337e32" providerId="LiveId" clId="{A2BB9560-E8EC-4498-9591-1BC8A0E3267C}" dt="2026-06-09T19:21:12.314" v="68"/>
            <ac:spMkLst>
              <pc:docMk/>
              <pc:sldMasterMk cId="3711087838" sldId="2147483753"/>
              <pc:sldLayoutMk cId="2806723065" sldId="2147483761"/>
              <ac:spMk id="11" creationId="{3B72E09A-1FDF-6F6A-6ACD-F6080EF03F8B}"/>
            </ac:spMkLst>
          </pc:spChg>
          <pc:spChg chg="add">
            <ac:chgData name="riya singh" userId="7abd632d42337e32" providerId="LiveId" clId="{A2BB9560-E8EC-4498-9591-1BC8A0E3267C}" dt="2026-06-09T19:21:12.314" v="68"/>
            <ac:spMkLst>
              <pc:docMk/>
              <pc:sldMasterMk cId="3711087838" sldId="2147483753"/>
              <pc:sldLayoutMk cId="2806723065" sldId="2147483761"/>
              <ac:spMk id="12" creationId="{AC0DF243-1850-0205-CC65-1680079CF36E}"/>
            </ac:spMkLst>
          </pc:spChg>
          <pc:spChg chg="add">
            <ac:chgData name="riya singh" userId="7abd632d42337e32" providerId="LiveId" clId="{A2BB9560-E8EC-4498-9591-1BC8A0E3267C}" dt="2026-06-09T19:21:12.314" v="68"/>
            <ac:spMkLst>
              <pc:docMk/>
              <pc:sldMasterMk cId="3711087838" sldId="2147483753"/>
              <pc:sldLayoutMk cId="2806723065" sldId="2147483761"/>
              <ac:spMk id="19" creationId="{508A9084-BC01-7089-2C0B-C148ACFAB718}"/>
            </ac:spMkLst>
          </pc:spChg>
          <pc:grpChg chg="add">
            <ac:chgData name="riya singh" userId="7abd632d42337e32" providerId="LiveId" clId="{A2BB9560-E8EC-4498-9591-1BC8A0E3267C}" dt="2026-06-09T19:21:12.314" v="68"/>
            <ac:grpSpMkLst>
              <pc:docMk/>
              <pc:sldMasterMk cId="3711087838" sldId="2147483753"/>
              <pc:sldLayoutMk cId="2806723065" sldId="2147483761"/>
              <ac:grpSpMk id="13" creationId="{431264A0-907E-ABBB-800A-20F957DEACDC}"/>
            </ac:grpSpMkLst>
          </pc:grpChg>
          <pc:grpChg chg="add">
            <ac:chgData name="riya singh" userId="7abd632d42337e32" providerId="LiveId" clId="{A2BB9560-E8EC-4498-9591-1BC8A0E3267C}" dt="2026-06-09T19:21:12.314" v="68"/>
            <ac:grpSpMkLst>
              <pc:docMk/>
              <pc:sldMasterMk cId="3711087838" sldId="2147483753"/>
              <pc:sldLayoutMk cId="2806723065" sldId="2147483761"/>
              <ac:grpSpMk id="16" creationId="{C665C6FD-3A5F-78CA-265C-B94712612CDD}"/>
            </ac:grpSpMkLst>
          </pc:grpChg>
        </pc:sldLayoutChg>
        <pc:sldLayoutChg chg="addSp">
          <pc:chgData name="riya singh" userId="7abd632d42337e32" providerId="LiveId" clId="{A2BB9560-E8EC-4498-9591-1BC8A0E3267C}" dt="2026-06-09T19:21:12.314" v="68"/>
          <pc:sldLayoutMkLst>
            <pc:docMk/>
            <pc:sldMasterMk cId="3711087838" sldId="2147483753"/>
            <pc:sldLayoutMk cId="3941910027" sldId="2147483762"/>
          </pc:sldLayoutMkLst>
          <pc:spChg chg="add">
            <ac:chgData name="riya singh" userId="7abd632d42337e32" providerId="LiveId" clId="{A2BB9560-E8EC-4498-9591-1BC8A0E3267C}" dt="2026-06-09T19:21:12.314" v="68"/>
            <ac:spMkLst>
              <pc:docMk/>
              <pc:sldMasterMk cId="3711087838" sldId="2147483753"/>
              <pc:sldLayoutMk cId="3941910027" sldId="2147483762"/>
              <ac:spMk id="3" creationId="{D986C49F-DCE1-0DC8-7E82-90D88F3C4EF2}"/>
            </ac:spMkLst>
          </pc:spChg>
          <pc:spChg chg="add">
            <ac:chgData name="riya singh" userId="7abd632d42337e32" providerId="LiveId" clId="{A2BB9560-E8EC-4498-9591-1BC8A0E3267C}" dt="2026-06-09T19:21:12.314" v="68"/>
            <ac:spMkLst>
              <pc:docMk/>
              <pc:sldMasterMk cId="3711087838" sldId="2147483753"/>
              <pc:sldLayoutMk cId="3941910027" sldId="2147483762"/>
              <ac:spMk id="8" creationId="{CD230333-803E-FCFA-573D-B431BFBCCE19}"/>
            </ac:spMkLst>
          </pc:spChg>
          <pc:spChg chg="add">
            <ac:chgData name="riya singh" userId="7abd632d42337e32" providerId="LiveId" clId="{A2BB9560-E8EC-4498-9591-1BC8A0E3267C}" dt="2026-06-09T19:21:12.314" v="68"/>
            <ac:spMkLst>
              <pc:docMk/>
              <pc:sldMasterMk cId="3711087838" sldId="2147483753"/>
              <pc:sldLayoutMk cId="3941910027" sldId="2147483762"/>
              <ac:spMk id="9" creationId="{A522EA3B-1480-3DD0-2D9E-7FDCBC59B17B}"/>
            </ac:spMkLst>
          </pc:spChg>
          <pc:spChg chg="add">
            <ac:chgData name="riya singh" userId="7abd632d42337e32" providerId="LiveId" clId="{A2BB9560-E8EC-4498-9591-1BC8A0E3267C}" dt="2026-06-09T19:21:12.314" v="68"/>
            <ac:spMkLst>
              <pc:docMk/>
              <pc:sldMasterMk cId="3711087838" sldId="2147483753"/>
              <pc:sldLayoutMk cId="3941910027" sldId="2147483762"/>
              <ac:spMk id="10" creationId="{E7C7FD18-B42B-F1B0-4373-E75B644D61AA}"/>
            </ac:spMkLst>
          </pc:spChg>
          <pc:spChg chg="add">
            <ac:chgData name="riya singh" userId="7abd632d42337e32" providerId="LiveId" clId="{A2BB9560-E8EC-4498-9591-1BC8A0E3267C}" dt="2026-06-09T19:21:12.314" v="68"/>
            <ac:spMkLst>
              <pc:docMk/>
              <pc:sldMasterMk cId="3711087838" sldId="2147483753"/>
              <pc:sldLayoutMk cId="3941910027" sldId="2147483762"/>
              <ac:spMk id="11" creationId="{AD447CC9-F70D-9ECC-0350-F16994E35150}"/>
            </ac:spMkLst>
          </pc:spChg>
          <pc:spChg chg="add">
            <ac:chgData name="riya singh" userId="7abd632d42337e32" providerId="LiveId" clId="{A2BB9560-E8EC-4498-9591-1BC8A0E3267C}" dt="2026-06-09T19:21:12.314" v="68"/>
            <ac:spMkLst>
              <pc:docMk/>
              <pc:sldMasterMk cId="3711087838" sldId="2147483753"/>
              <pc:sldLayoutMk cId="3941910027" sldId="2147483762"/>
              <ac:spMk id="19" creationId="{FB9840EF-F762-A568-6E73-9BA84C36F879}"/>
            </ac:spMkLst>
          </pc:spChg>
          <pc:grpChg chg="add">
            <ac:chgData name="riya singh" userId="7abd632d42337e32" providerId="LiveId" clId="{A2BB9560-E8EC-4498-9591-1BC8A0E3267C}" dt="2026-06-09T19:21:12.314" v="68"/>
            <ac:grpSpMkLst>
              <pc:docMk/>
              <pc:sldMasterMk cId="3711087838" sldId="2147483753"/>
              <pc:sldLayoutMk cId="3941910027" sldId="2147483762"/>
              <ac:grpSpMk id="12" creationId="{41332159-77B7-ECB4-12D0-87DB74F3C26E}"/>
            </ac:grpSpMkLst>
          </pc:grpChg>
          <pc:grpChg chg="add">
            <ac:chgData name="riya singh" userId="7abd632d42337e32" providerId="LiveId" clId="{A2BB9560-E8EC-4498-9591-1BC8A0E3267C}" dt="2026-06-09T19:21:12.314" v="68"/>
            <ac:grpSpMkLst>
              <pc:docMk/>
              <pc:sldMasterMk cId="3711087838" sldId="2147483753"/>
              <pc:sldLayoutMk cId="3941910027" sldId="2147483762"/>
              <ac:grpSpMk id="16" creationId="{ECF3DEF9-1B10-82E5-BB2F-DE505B3F045D}"/>
            </ac:grpSpMkLst>
          </pc:grpChg>
        </pc:sldLayoutChg>
      </pc:sldMasterChg>
      <pc:sldMasterChg chg="addSp modSldLayout">
        <pc:chgData name="riya singh" userId="7abd632d42337e32" providerId="LiveId" clId="{A2BB9560-E8EC-4498-9591-1BC8A0E3267C}" dt="2026-06-09T19:25:41.641" v="116"/>
        <pc:sldMasterMkLst>
          <pc:docMk/>
          <pc:sldMasterMk cId="2947162505" sldId="2147483773"/>
        </pc:sldMasterMkLst>
        <pc:spChg chg="add">
          <ac:chgData name="riya singh" userId="7abd632d42337e32" providerId="LiveId" clId="{A2BB9560-E8EC-4498-9591-1BC8A0E3267C}" dt="2026-06-09T19:25:41.641" v="116"/>
          <ac:spMkLst>
            <pc:docMk/>
            <pc:sldMasterMk cId="2947162505" sldId="2147483773"/>
            <ac:spMk id="7" creationId="{F6CF736E-7F6F-E6B0-B2F8-55F1C73212F3}"/>
          </ac:spMkLst>
        </pc:spChg>
        <pc:spChg chg="add">
          <ac:chgData name="riya singh" userId="7abd632d42337e32" providerId="LiveId" clId="{A2BB9560-E8EC-4498-9591-1BC8A0E3267C}" dt="2026-06-09T19:25:41.641" v="116"/>
          <ac:spMkLst>
            <pc:docMk/>
            <pc:sldMasterMk cId="2947162505" sldId="2147483773"/>
            <ac:spMk id="8" creationId="{A04FB297-A590-504D-D718-A7DC6D8AF63C}"/>
          </ac:spMkLst>
        </pc:spChg>
        <pc:spChg chg="add">
          <ac:chgData name="riya singh" userId="7abd632d42337e32" providerId="LiveId" clId="{A2BB9560-E8EC-4498-9591-1BC8A0E3267C}" dt="2026-06-09T19:25:41.641" v="116"/>
          <ac:spMkLst>
            <pc:docMk/>
            <pc:sldMasterMk cId="2947162505" sldId="2147483773"/>
            <ac:spMk id="9" creationId="{A374699B-0D90-3770-95C8-B05DEE5091BA}"/>
          </ac:spMkLst>
        </pc:spChg>
        <pc:spChg chg="add">
          <ac:chgData name="riya singh" userId="7abd632d42337e32" providerId="LiveId" clId="{A2BB9560-E8EC-4498-9591-1BC8A0E3267C}" dt="2026-06-09T19:25:41.641" v="116"/>
          <ac:spMkLst>
            <pc:docMk/>
            <pc:sldMasterMk cId="2947162505" sldId="2147483773"/>
            <ac:spMk id="10" creationId="{1E892A9F-5C92-783B-03E2-3C5E75A8A2E6}"/>
          </ac:spMkLst>
        </pc:spChg>
        <pc:spChg chg="add">
          <ac:chgData name="riya singh" userId="7abd632d42337e32" providerId="LiveId" clId="{A2BB9560-E8EC-4498-9591-1BC8A0E3267C}" dt="2026-06-09T19:25:41.641" v="116"/>
          <ac:spMkLst>
            <pc:docMk/>
            <pc:sldMasterMk cId="2947162505" sldId="2147483773"/>
            <ac:spMk id="11" creationId="{227572D6-78E3-24EF-9A63-F2E60B199129}"/>
          </ac:spMkLst>
        </pc:spChg>
        <pc:spChg chg="add">
          <ac:chgData name="riya singh" userId="7abd632d42337e32" providerId="LiveId" clId="{A2BB9560-E8EC-4498-9591-1BC8A0E3267C}" dt="2026-06-09T19:25:41.641" v="116"/>
          <ac:spMkLst>
            <pc:docMk/>
            <pc:sldMasterMk cId="2947162505" sldId="2147483773"/>
            <ac:spMk id="12" creationId="{59D2B3A3-6A1F-5B80-67A8-00CD33DDCE90}"/>
          </ac:spMkLst>
        </pc:spChg>
        <pc:spChg chg="add">
          <ac:chgData name="riya singh" userId="7abd632d42337e32" providerId="LiveId" clId="{A2BB9560-E8EC-4498-9591-1BC8A0E3267C}" dt="2026-06-09T19:25:41.641" v="116"/>
          <ac:spMkLst>
            <pc:docMk/>
            <pc:sldMasterMk cId="2947162505" sldId="2147483773"/>
            <ac:spMk id="19" creationId="{21F16856-0DC8-4D83-388E-1E7FB0325030}"/>
          </ac:spMkLst>
        </pc:spChg>
        <pc:spChg chg="add">
          <ac:chgData name="riya singh" userId="7abd632d42337e32" providerId="LiveId" clId="{A2BB9560-E8EC-4498-9591-1BC8A0E3267C}" dt="2026-06-09T19:25:41.641" v="116"/>
          <ac:spMkLst>
            <pc:docMk/>
            <pc:sldMasterMk cId="2947162505" sldId="2147483773"/>
            <ac:spMk id="20" creationId="{8AB55602-2D8E-1BE8-30F8-F417F937415B}"/>
          </ac:spMkLst>
        </pc:spChg>
        <pc:grpChg chg="add">
          <ac:chgData name="riya singh" userId="7abd632d42337e32" providerId="LiveId" clId="{A2BB9560-E8EC-4498-9591-1BC8A0E3267C}" dt="2026-06-09T19:25:41.641" v="116"/>
          <ac:grpSpMkLst>
            <pc:docMk/>
            <pc:sldMasterMk cId="2947162505" sldId="2147483773"/>
            <ac:grpSpMk id="13" creationId="{986D7409-C420-68CA-01D4-E4D4889792BE}"/>
          </ac:grpSpMkLst>
        </pc:grpChg>
        <pc:grpChg chg="add">
          <ac:chgData name="riya singh" userId="7abd632d42337e32" providerId="LiveId" clId="{A2BB9560-E8EC-4498-9591-1BC8A0E3267C}" dt="2026-06-09T19:25:41.641" v="116"/>
          <ac:grpSpMkLst>
            <pc:docMk/>
            <pc:sldMasterMk cId="2947162505" sldId="2147483773"/>
            <ac:grpSpMk id="16" creationId="{1DF350D2-ED8A-720D-8329-0412F90E46AC}"/>
          </ac:grpSpMkLst>
        </pc:grpChg>
        <pc:sldLayoutChg chg="addSp">
          <pc:chgData name="riya singh" userId="7abd632d42337e32" providerId="LiveId" clId="{A2BB9560-E8EC-4498-9591-1BC8A0E3267C}" dt="2026-06-09T19:25:41.641" v="116"/>
          <pc:sldLayoutMkLst>
            <pc:docMk/>
            <pc:sldMasterMk cId="2947162505" sldId="2147483773"/>
            <pc:sldLayoutMk cId="1435144886" sldId="2147483774"/>
          </pc:sldLayoutMkLst>
          <pc:spChg chg="add">
            <ac:chgData name="riya singh" userId="7abd632d42337e32" providerId="LiveId" clId="{A2BB9560-E8EC-4498-9591-1BC8A0E3267C}" dt="2026-06-09T19:25:41.641" v="116"/>
            <ac:spMkLst>
              <pc:docMk/>
              <pc:sldMasterMk cId="2947162505" sldId="2147483773"/>
              <pc:sldLayoutMk cId="1435144886" sldId="2147483774"/>
              <ac:spMk id="7" creationId="{BFEC2F06-3CC9-BCDE-7793-AD5569AB2561}"/>
            </ac:spMkLst>
          </pc:spChg>
          <pc:grpChg chg="add">
            <ac:chgData name="riya singh" userId="7abd632d42337e32" providerId="LiveId" clId="{A2BB9560-E8EC-4498-9591-1BC8A0E3267C}" dt="2026-06-09T19:25:41.641" v="116"/>
            <ac:grpSpMkLst>
              <pc:docMk/>
              <pc:sldMasterMk cId="2947162505" sldId="2147483773"/>
              <pc:sldLayoutMk cId="1435144886" sldId="2147483774"/>
              <ac:grpSpMk id="8" creationId="{F8B0251C-95B1-8487-7B16-C61A90FD3DF1}"/>
            </ac:grpSpMkLst>
          </pc:grpChg>
        </pc:sldLayoutChg>
        <pc:sldLayoutChg chg="addSp">
          <pc:chgData name="riya singh" userId="7abd632d42337e32" providerId="LiveId" clId="{A2BB9560-E8EC-4498-9591-1BC8A0E3267C}" dt="2026-06-09T19:25:41.641" v="116"/>
          <pc:sldLayoutMkLst>
            <pc:docMk/>
            <pc:sldMasterMk cId="2947162505" sldId="2147483773"/>
            <pc:sldLayoutMk cId="3435424519" sldId="2147483775"/>
          </pc:sldLayoutMkLst>
          <pc:spChg chg="add">
            <ac:chgData name="riya singh" userId="7abd632d42337e32" providerId="LiveId" clId="{A2BB9560-E8EC-4498-9591-1BC8A0E3267C}" dt="2026-06-09T19:25:41.641" v="116"/>
            <ac:spMkLst>
              <pc:docMk/>
              <pc:sldMasterMk cId="2947162505" sldId="2147483773"/>
              <pc:sldLayoutMk cId="3435424519" sldId="2147483775"/>
              <ac:spMk id="7" creationId="{9E32BB18-EB09-8966-502F-667152B61E6F}"/>
            </ac:spMkLst>
          </pc:spChg>
          <pc:spChg chg="add">
            <ac:chgData name="riya singh" userId="7abd632d42337e32" providerId="LiveId" clId="{A2BB9560-E8EC-4498-9591-1BC8A0E3267C}" dt="2026-06-09T19:25:41.641" v="116"/>
            <ac:spMkLst>
              <pc:docMk/>
              <pc:sldMasterMk cId="2947162505" sldId="2147483773"/>
              <pc:sldLayoutMk cId="3435424519" sldId="2147483775"/>
              <ac:spMk id="8" creationId="{B86900EB-57C0-17F0-D63D-11E81E28D21A}"/>
            </ac:spMkLst>
          </pc:spChg>
          <pc:spChg chg="add">
            <ac:chgData name="riya singh" userId="7abd632d42337e32" providerId="LiveId" clId="{A2BB9560-E8EC-4498-9591-1BC8A0E3267C}" dt="2026-06-09T19:25:41.641" v="116"/>
            <ac:spMkLst>
              <pc:docMk/>
              <pc:sldMasterMk cId="2947162505" sldId="2147483773"/>
              <pc:sldLayoutMk cId="3435424519" sldId="2147483775"/>
              <ac:spMk id="9" creationId="{467E8CF7-FD55-694B-F759-C1608AEBF768}"/>
            </ac:spMkLst>
          </pc:spChg>
          <pc:spChg chg="add">
            <ac:chgData name="riya singh" userId="7abd632d42337e32" providerId="LiveId" clId="{A2BB9560-E8EC-4498-9591-1BC8A0E3267C}" dt="2026-06-09T19:25:41.641" v="116"/>
            <ac:spMkLst>
              <pc:docMk/>
              <pc:sldMasterMk cId="2947162505" sldId="2147483773"/>
              <pc:sldLayoutMk cId="3435424519" sldId="2147483775"/>
              <ac:spMk id="10" creationId="{656B6998-F916-3B5F-A102-C47AF0A1CE40}"/>
            </ac:spMkLst>
          </pc:spChg>
          <pc:spChg chg="add">
            <ac:chgData name="riya singh" userId="7abd632d42337e32" providerId="LiveId" clId="{A2BB9560-E8EC-4498-9591-1BC8A0E3267C}" dt="2026-06-09T19:25:41.641" v="116"/>
            <ac:spMkLst>
              <pc:docMk/>
              <pc:sldMasterMk cId="2947162505" sldId="2147483773"/>
              <pc:sldLayoutMk cId="3435424519" sldId="2147483775"/>
              <ac:spMk id="11" creationId="{352F94D6-E6DA-CA62-BB40-F1270EED8FD7}"/>
            </ac:spMkLst>
          </pc:spChg>
          <pc:spChg chg="add">
            <ac:chgData name="riya singh" userId="7abd632d42337e32" providerId="LiveId" clId="{A2BB9560-E8EC-4498-9591-1BC8A0E3267C}" dt="2026-06-09T19:25:41.641" v="116"/>
            <ac:spMkLst>
              <pc:docMk/>
              <pc:sldMasterMk cId="2947162505" sldId="2147483773"/>
              <pc:sldLayoutMk cId="3435424519" sldId="2147483775"/>
              <ac:spMk id="18" creationId="{CCE1D83C-6D1E-0118-FC95-0C384883B12C}"/>
            </ac:spMkLst>
          </pc:spChg>
          <pc:grpChg chg="add">
            <ac:chgData name="riya singh" userId="7abd632d42337e32" providerId="LiveId" clId="{A2BB9560-E8EC-4498-9591-1BC8A0E3267C}" dt="2026-06-09T19:25:41.641" v="116"/>
            <ac:grpSpMkLst>
              <pc:docMk/>
              <pc:sldMasterMk cId="2947162505" sldId="2147483773"/>
              <pc:sldLayoutMk cId="3435424519" sldId="2147483775"/>
              <ac:grpSpMk id="12" creationId="{9F0463ED-D976-E246-E25A-FF1714B3AFCC}"/>
            </ac:grpSpMkLst>
          </pc:grpChg>
          <pc:grpChg chg="add">
            <ac:chgData name="riya singh" userId="7abd632d42337e32" providerId="LiveId" clId="{A2BB9560-E8EC-4498-9591-1BC8A0E3267C}" dt="2026-06-09T19:25:41.641" v="116"/>
            <ac:grpSpMkLst>
              <pc:docMk/>
              <pc:sldMasterMk cId="2947162505" sldId="2147483773"/>
              <pc:sldLayoutMk cId="3435424519" sldId="2147483775"/>
              <ac:grpSpMk id="15" creationId="{F871ABE3-2555-3B6B-26DD-AB8B88A61427}"/>
            </ac:grpSpMkLst>
          </pc:grpChg>
        </pc:sldLayoutChg>
        <pc:sldLayoutChg chg="addSp">
          <pc:chgData name="riya singh" userId="7abd632d42337e32" providerId="LiveId" clId="{A2BB9560-E8EC-4498-9591-1BC8A0E3267C}" dt="2026-06-09T19:25:41.641" v="116"/>
          <pc:sldLayoutMkLst>
            <pc:docMk/>
            <pc:sldMasterMk cId="2947162505" sldId="2147483773"/>
            <pc:sldLayoutMk cId="2879509656" sldId="2147483776"/>
          </pc:sldLayoutMkLst>
          <pc:spChg chg="add">
            <ac:chgData name="riya singh" userId="7abd632d42337e32" providerId="LiveId" clId="{A2BB9560-E8EC-4498-9591-1BC8A0E3267C}" dt="2026-06-09T19:25:41.641" v="116"/>
            <ac:spMkLst>
              <pc:docMk/>
              <pc:sldMasterMk cId="2947162505" sldId="2147483773"/>
              <pc:sldLayoutMk cId="2879509656" sldId="2147483776"/>
              <ac:spMk id="7" creationId="{C7C74BF9-8AB7-3F00-8605-C834D13A1AFD}"/>
            </ac:spMkLst>
          </pc:spChg>
          <pc:spChg chg="add">
            <ac:chgData name="riya singh" userId="7abd632d42337e32" providerId="LiveId" clId="{A2BB9560-E8EC-4498-9591-1BC8A0E3267C}" dt="2026-06-09T19:25:41.641" v="116"/>
            <ac:spMkLst>
              <pc:docMk/>
              <pc:sldMasterMk cId="2947162505" sldId="2147483773"/>
              <pc:sldLayoutMk cId="2879509656" sldId="2147483776"/>
              <ac:spMk id="8" creationId="{C5B42DA3-918E-F5C6-C28A-9D2111E471E8}"/>
            </ac:spMkLst>
          </pc:spChg>
          <pc:spChg chg="add">
            <ac:chgData name="riya singh" userId="7abd632d42337e32" providerId="LiveId" clId="{A2BB9560-E8EC-4498-9591-1BC8A0E3267C}" dt="2026-06-09T19:25:41.641" v="116"/>
            <ac:spMkLst>
              <pc:docMk/>
              <pc:sldMasterMk cId="2947162505" sldId="2147483773"/>
              <pc:sldLayoutMk cId="2879509656" sldId="2147483776"/>
              <ac:spMk id="9" creationId="{BCF2C246-D00F-7409-AAAB-6011EC6BA4D8}"/>
            </ac:spMkLst>
          </pc:spChg>
          <pc:spChg chg="add">
            <ac:chgData name="riya singh" userId="7abd632d42337e32" providerId="LiveId" clId="{A2BB9560-E8EC-4498-9591-1BC8A0E3267C}" dt="2026-06-09T19:25:41.641" v="116"/>
            <ac:spMkLst>
              <pc:docMk/>
              <pc:sldMasterMk cId="2947162505" sldId="2147483773"/>
              <pc:sldLayoutMk cId="2879509656" sldId="2147483776"/>
              <ac:spMk id="10" creationId="{3F999956-572C-6ED4-910B-5F8BC4B9943B}"/>
            </ac:spMkLst>
          </pc:spChg>
          <pc:spChg chg="add">
            <ac:chgData name="riya singh" userId="7abd632d42337e32" providerId="LiveId" clId="{A2BB9560-E8EC-4498-9591-1BC8A0E3267C}" dt="2026-06-09T19:25:41.641" v="116"/>
            <ac:spMkLst>
              <pc:docMk/>
              <pc:sldMasterMk cId="2947162505" sldId="2147483773"/>
              <pc:sldLayoutMk cId="2879509656" sldId="2147483776"/>
              <ac:spMk id="11" creationId="{F825C946-4608-66BC-DD72-265970D511CF}"/>
            </ac:spMkLst>
          </pc:spChg>
          <pc:spChg chg="add">
            <ac:chgData name="riya singh" userId="7abd632d42337e32" providerId="LiveId" clId="{A2BB9560-E8EC-4498-9591-1BC8A0E3267C}" dt="2026-06-09T19:25:41.641" v="116"/>
            <ac:spMkLst>
              <pc:docMk/>
              <pc:sldMasterMk cId="2947162505" sldId="2147483773"/>
              <pc:sldLayoutMk cId="2879509656" sldId="2147483776"/>
              <ac:spMk id="12" creationId="{7CF5D68E-763C-F0A8-0B62-7D8877C8ED74}"/>
            </ac:spMkLst>
          </pc:spChg>
          <pc:spChg chg="add">
            <ac:chgData name="riya singh" userId="7abd632d42337e32" providerId="LiveId" clId="{A2BB9560-E8EC-4498-9591-1BC8A0E3267C}" dt="2026-06-09T19:25:41.641" v="116"/>
            <ac:spMkLst>
              <pc:docMk/>
              <pc:sldMasterMk cId="2947162505" sldId="2147483773"/>
              <pc:sldLayoutMk cId="2879509656" sldId="2147483776"/>
              <ac:spMk id="13" creationId="{B24E45F4-6E5B-9D5A-2AFF-F7D16C170F36}"/>
            </ac:spMkLst>
          </pc:spChg>
          <pc:spChg chg="add">
            <ac:chgData name="riya singh" userId="7abd632d42337e32" providerId="LiveId" clId="{A2BB9560-E8EC-4498-9591-1BC8A0E3267C}" dt="2026-06-09T19:25:41.641" v="116"/>
            <ac:spMkLst>
              <pc:docMk/>
              <pc:sldMasterMk cId="2947162505" sldId="2147483773"/>
              <pc:sldLayoutMk cId="2879509656" sldId="2147483776"/>
              <ac:spMk id="14" creationId="{37B93378-DC11-B531-FA65-9F448C0141AE}"/>
            </ac:spMkLst>
          </pc:spChg>
          <pc:spChg chg="add">
            <ac:chgData name="riya singh" userId="7abd632d42337e32" providerId="LiveId" clId="{A2BB9560-E8EC-4498-9591-1BC8A0E3267C}" dt="2026-06-09T19:25:41.641" v="116"/>
            <ac:spMkLst>
              <pc:docMk/>
              <pc:sldMasterMk cId="2947162505" sldId="2147483773"/>
              <pc:sldLayoutMk cId="2879509656" sldId="2147483776"/>
              <ac:spMk id="15" creationId="{427C9244-E301-B408-F1F1-74E11C2EAD24}"/>
            </ac:spMkLst>
          </pc:spChg>
          <pc:grpChg chg="add">
            <ac:chgData name="riya singh" userId="7abd632d42337e32" providerId="LiveId" clId="{A2BB9560-E8EC-4498-9591-1BC8A0E3267C}" dt="2026-06-09T19:25:41.641" v="116"/>
            <ac:grpSpMkLst>
              <pc:docMk/>
              <pc:sldMasterMk cId="2947162505" sldId="2147483773"/>
              <pc:sldLayoutMk cId="2879509656" sldId="2147483776"/>
              <ac:grpSpMk id="19" creationId="{75CB9F17-792F-83CF-8EB0-49F21116D255}"/>
            </ac:grpSpMkLst>
          </pc:grpChg>
        </pc:sldLayoutChg>
        <pc:sldLayoutChg chg="addSp">
          <pc:chgData name="riya singh" userId="7abd632d42337e32" providerId="LiveId" clId="{A2BB9560-E8EC-4498-9591-1BC8A0E3267C}" dt="2026-06-09T19:25:41.641" v="116"/>
          <pc:sldLayoutMkLst>
            <pc:docMk/>
            <pc:sldMasterMk cId="2947162505" sldId="2147483773"/>
            <pc:sldLayoutMk cId="3962526643" sldId="2147483777"/>
          </pc:sldLayoutMkLst>
          <pc:spChg chg="add">
            <ac:chgData name="riya singh" userId="7abd632d42337e32" providerId="LiveId" clId="{A2BB9560-E8EC-4498-9591-1BC8A0E3267C}" dt="2026-06-09T19:25:41.641" v="116"/>
            <ac:spMkLst>
              <pc:docMk/>
              <pc:sldMasterMk cId="2947162505" sldId="2147483773"/>
              <pc:sldLayoutMk cId="3962526643" sldId="2147483777"/>
              <ac:spMk id="8" creationId="{8FB59BC0-C84D-95E4-DABE-627F0BD30619}"/>
            </ac:spMkLst>
          </pc:spChg>
          <pc:spChg chg="add">
            <ac:chgData name="riya singh" userId="7abd632d42337e32" providerId="LiveId" clId="{A2BB9560-E8EC-4498-9591-1BC8A0E3267C}" dt="2026-06-09T19:25:41.641" v="116"/>
            <ac:spMkLst>
              <pc:docMk/>
              <pc:sldMasterMk cId="2947162505" sldId="2147483773"/>
              <pc:sldLayoutMk cId="3962526643" sldId="2147483777"/>
              <ac:spMk id="9" creationId="{F3D9F80E-1B5E-77FA-39FB-F9B75E8BAE9B}"/>
            </ac:spMkLst>
          </pc:spChg>
          <pc:spChg chg="add">
            <ac:chgData name="riya singh" userId="7abd632d42337e32" providerId="LiveId" clId="{A2BB9560-E8EC-4498-9591-1BC8A0E3267C}" dt="2026-06-09T19:25:41.641" v="116"/>
            <ac:spMkLst>
              <pc:docMk/>
              <pc:sldMasterMk cId="2947162505" sldId="2147483773"/>
              <pc:sldLayoutMk cId="3962526643" sldId="2147483777"/>
              <ac:spMk id="10" creationId="{FCB8741B-9763-03F7-2214-9ADCE5BBB978}"/>
            </ac:spMkLst>
          </pc:spChg>
          <pc:spChg chg="add">
            <ac:chgData name="riya singh" userId="7abd632d42337e32" providerId="LiveId" clId="{A2BB9560-E8EC-4498-9591-1BC8A0E3267C}" dt="2026-06-09T19:25:41.641" v="116"/>
            <ac:spMkLst>
              <pc:docMk/>
              <pc:sldMasterMk cId="2947162505" sldId="2147483773"/>
              <pc:sldLayoutMk cId="3962526643" sldId="2147483777"/>
              <ac:spMk id="11" creationId="{3EDFA241-46C2-7F9D-EE4F-143C4D48D62E}"/>
            </ac:spMkLst>
          </pc:spChg>
          <pc:spChg chg="add">
            <ac:chgData name="riya singh" userId="7abd632d42337e32" providerId="LiveId" clId="{A2BB9560-E8EC-4498-9591-1BC8A0E3267C}" dt="2026-06-09T19:25:41.641" v="116"/>
            <ac:spMkLst>
              <pc:docMk/>
              <pc:sldMasterMk cId="2947162505" sldId="2147483773"/>
              <pc:sldLayoutMk cId="3962526643" sldId="2147483777"/>
              <ac:spMk id="12" creationId="{2D38BB23-0534-B6BC-751D-3F4F2F966787}"/>
            </ac:spMkLst>
          </pc:spChg>
          <pc:spChg chg="add">
            <ac:chgData name="riya singh" userId="7abd632d42337e32" providerId="LiveId" clId="{A2BB9560-E8EC-4498-9591-1BC8A0E3267C}" dt="2026-06-09T19:25:41.641" v="116"/>
            <ac:spMkLst>
              <pc:docMk/>
              <pc:sldMasterMk cId="2947162505" sldId="2147483773"/>
              <pc:sldLayoutMk cId="3962526643" sldId="2147483777"/>
              <ac:spMk id="19" creationId="{553F9AA1-BC40-0324-872D-AFE930B10489}"/>
            </ac:spMkLst>
          </pc:spChg>
          <pc:grpChg chg="add">
            <ac:chgData name="riya singh" userId="7abd632d42337e32" providerId="LiveId" clId="{A2BB9560-E8EC-4498-9591-1BC8A0E3267C}" dt="2026-06-09T19:25:41.641" v="116"/>
            <ac:grpSpMkLst>
              <pc:docMk/>
              <pc:sldMasterMk cId="2947162505" sldId="2147483773"/>
              <pc:sldLayoutMk cId="3962526643" sldId="2147483777"/>
              <ac:grpSpMk id="13" creationId="{106A1AA3-379F-66ED-F195-360029FF7802}"/>
            </ac:grpSpMkLst>
          </pc:grpChg>
          <pc:grpChg chg="add">
            <ac:chgData name="riya singh" userId="7abd632d42337e32" providerId="LiveId" clId="{A2BB9560-E8EC-4498-9591-1BC8A0E3267C}" dt="2026-06-09T19:25:41.641" v="116"/>
            <ac:grpSpMkLst>
              <pc:docMk/>
              <pc:sldMasterMk cId="2947162505" sldId="2147483773"/>
              <pc:sldLayoutMk cId="3962526643" sldId="2147483777"/>
              <ac:grpSpMk id="16" creationId="{8D1A8A5E-1996-600C-D007-1C5405D1D5C8}"/>
            </ac:grpSpMkLst>
          </pc:grpChg>
        </pc:sldLayoutChg>
        <pc:sldLayoutChg chg="addSp">
          <pc:chgData name="riya singh" userId="7abd632d42337e32" providerId="LiveId" clId="{A2BB9560-E8EC-4498-9591-1BC8A0E3267C}" dt="2026-06-09T19:25:41.641" v="116"/>
          <pc:sldLayoutMkLst>
            <pc:docMk/>
            <pc:sldMasterMk cId="2947162505" sldId="2147483773"/>
            <pc:sldLayoutMk cId="3912835049" sldId="2147483778"/>
          </pc:sldLayoutMkLst>
          <pc:spChg chg="add">
            <ac:chgData name="riya singh" userId="7abd632d42337e32" providerId="LiveId" clId="{A2BB9560-E8EC-4498-9591-1BC8A0E3267C}" dt="2026-06-09T19:25:41.641" v="116"/>
            <ac:spMkLst>
              <pc:docMk/>
              <pc:sldMasterMk cId="2947162505" sldId="2147483773"/>
              <pc:sldLayoutMk cId="3912835049" sldId="2147483778"/>
              <ac:spMk id="10" creationId="{AF9068F0-385B-5678-3BA0-0D14CC5E621C}"/>
            </ac:spMkLst>
          </pc:spChg>
          <pc:spChg chg="add">
            <ac:chgData name="riya singh" userId="7abd632d42337e32" providerId="LiveId" clId="{A2BB9560-E8EC-4498-9591-1BC8A0E3267C}" dt="2026-06-09T19:25:41.641" v="116"/>
            <ac:spMkLst>
              <pc:docMk/>
              <pc:sldMasterMk cId="2947162505" sldId="2147483773"/>
              <pc:sldLayoutMk cId="3912835049" sldId="2147483778"/>
              <ac:spMk id="11" creationId="{A1BF3246-4370-593C-50BA-99F8AA08701E}"/>
            </ac:spMkLst>
          </pc:spChg>
          <pc:spChg chg="add">
            <ac:chgData name="riya singh" userId="7abd632d42337e32" providerId="LiveId" clId="{A2BB9560-E8EC-4498-9591-1BC8A0E3267C}" dt="2026-06-09T19:25:41.641" v="116"/>
            <ac:spMkLst>
              <pc:docMk/>
              <pc:sldMasterMk cId="2947162505" sldId="2147483773"/>
              <pc:sldLayoutMk cId="3912835049" sldId="2147483778"/>
              <ac:spMk id="12" creationId="{B28A90B4-FC8D-BEE1-B668-621ED197C190}"/>
            </ac:spMkLst>
          </pc:spChg>
          <pc:spChg chg="add">
            <ac:chgData name="riya singh" userId="7abd632d42337e32" providerId="LiveId" clId="{A2BB9560-E8EC-4498-9591-1BC8A0E3267C}" dt="2026-06-09T19:25:41.641" v="116"/>
            <ac:spMkLst>
              <pc:docMk/>
              <pc:sldMasterMk cId="2947162505" sldId="2147483773"/>
              <pc:sldLayoutMk cId="3912835049" sldId="2147483778"/>
              <ac:spMk id="13" creationId="{E931E432-F7A1-5B67-EC24-57D3ED2165A9}"/>
            </ac:spMkLst>
          </pc:spChg>
          <pc:spChg chg="add">
            <ac:chgData name="riya singh" userId="7abd632d42337e32" providerId="LiveId" clId="{A2BB9560-E8EC-4498-9591-1BC8A0E3267C}" dt="2026-06-09T19:25:41.641" v="116"/>
            <ac:spMkLst>
              <pc:docMk/>
              <pc:sldMasterMk cId="2947162505" sldId="2147483773"/>
              <pc:sldLayoutMk cId="3912835049" sldId="2147483778"/>
              <ac:spMk id="14" creationId="{82B0EE1C-5CA1-0916-EDF3-6BE3DFEEB81C}"/>
            </ac:spMkLst>
          </pc:spChg>
          <pc:spChg chg="add">
            <ac:chgData name="riya singh" userId="7abd632d42337e32" providerId="LiveId" clId="{A2BB9560-E8EC-4498-9591-1BC8A0E3267C}" dt="2026-06-09T19:25:41.641" v="116"/>
            <ac:spMkLst>
              <pc:docMk/>
              <pc:sldMasterMk cId="2947162505" sldId="2147483773"/>
              <pc:sldLayoutMk cId="3912835049" sldId="2147483778"/>
              <ac:spMk id="21" creationId="{84869217-43AF-8794-9E43-D5D99ED2F7C6}"/>
            </ac:spMkLst>
          </pc:spChg>
          <pc:grpChg chg="add">
            <ac:chgData name="riya singh" userId="7abd632d42337e32" providerId="LiveId" clId="{A2BB9560-E8EC-4498-9591-1BC8A0E3267C}" dt="2026-06-09T19:25:41.641" v="116"/>
            <ac:grpSpMkLst>
              <pc:docMk/>
              <pc:sldMasterMk cId="2947162505" sldId="2147483773"/>
              <pc:sldLayoutMk cId="3912835049" sldId="2147483778"/>
              <ac:grpSpMk id="15" creationId="{D2669006-A02D-8057-EAEC-468008785365}"/>
            </ac:grpSpMkLst>
          </pc:grpChg>
          <pc:grpChg chg="add">
            <ac:chgData name="riya singh" userId="7abd632d42337e32" providerId="LiveId" clId="{A2BB9560-E8EC-4498-9591-1BC8A0E3267C}" dt="2026-06-09T19:25:41.641" v="116"/>
            <ac:grpSpMkLst>
              <pc:docMk/>
              <pc:sldMasterMk cId="2947162505" sldId="2147483773"/>
              <pc:sldLayoutMk cId="3912835049" sldId="2147483778"/>
              <ac:grpSpMk id="18" creationId="{E163929E-F3CD-A3E5-F28C-E2DF7D2D2E3E}"/>
            </ac:grpSpMkLst>
          </pc:grpChg>
        </pc:sldLayoutChg>
        <pc:sldLayoutChg chg="addSp">
          <pc:chgData name="riya singh" userId="7abd632d42337e32" providerId="LiveId" clId="{A2BB9560-E8EC-4498-9591-1BC8A0E3267C}" dt="2026-06-09T19:25:41.641" v="116"/>
          <pc:sldLayoutMkLst>
            <pc:docMk/>
            <pc:sldMasterMk cId="2947162505" sldId="2147483773"/>
            <pc:sldLayoutMk cId="3027781957" sldId="2147483779"/>
          </pc:sldLayoutMkLst>
          <pc:spChg chg="add">
            <ac:chgData name="riya singh" userId="7abd632d42337e32" providerId="LiveId" clId="{A2BB9560-E8EC-4498-9591-1BC8A0E3267C}" dt="2026-06-09T19:25:41.641" v="116"/>
            <ac:spMkLst>
              <pc:docMk/>
              <pc:sldMasterMk cId="2947162505" sldId="2147483773"/>
              <pc:sldLayoutMk cId="3027781957" sldId="2147483779"/>
              <ac:spMk id="6" creationId="{528F8017-3C22-4514-CF5E-725C00804144}"/>
            </ac:spMkLst>
          </pc:spChg>
          <pc:spChg chg="add">
            <ac:chgData name="riya singh" userId="7abd632d42337e32" providerId="LiveId" clId="{A2BB9560-E8EC-4498-9591-1BC8A0E3267C}" dt="2026-06-09T19:25:41.641" v="116"/>
            <ac:spMkLst>
              <pc:docMk/>
              <pc:sldMasterMk cId="2947162505" sldId="2147483773"/>
              <pc:sldLayoutMk cId="3027781957" sldId="2147483779"/>
              <ac:spMk id="7" creationId="{177E07B8-E832-9E27-CFD7-FC966E483C2F}"/>
            </ac:spMkLst>
          </pc:spChg>
          <pc:spChg chg="add">
            <ac:chgData name="riya singh" userId="7abd632d42337e32" providerId="LiveId" clId="{A2BB9560-E8EC-4498-9591-1BC8A0E3267C}" dt="2026-06-09T19:25:41.641" v="116"/>
            <ac:spMkLst>
              <pc:docMk/>
              <pc:sldMasterMk cId="2947162505" sldId="2147483773"/>
              <pc:sldLayoutMk cId="3027781957" sldId="2147483779"/>
              <ac:spMk id="8" creationId="{27C6CF66-09F5-83E4-0DA8-0C0EFAD54999}"/>
            </ac:spMkLst>
          </pc:spChg>
          <pc:spChg chg="add">
            <ac:chgData name="riya singh" userId="7abd632d42337e32" providerId="LiveId" clId="{A2BB9560-E8EC-4498-9591-1BC8A0E3267C}" dt="2026-06-09T19:25:41.641" v="116"/>
            <ac:spMkLst>
              <pc:docMk/>
              <pc:sldMasterMk cId="2947162505" sldId="2147483773"/>
              <pc:sldLayoutMk cId="3027781957" sldId="2147483779"/>
              <ac:spMk id="9" creationId="{D9524302-8449-4DBF-A156-EABA5B20A56F}"/>
            </ac:spMkLst>
          </pc:spChg>
          <pc:spChg chg="add">
            <ac:chgData name="riya singh" userId="7abd632d42337e32" providerId="LiveId" clId="{A2BB9560-E8EC-4498-9591-1BC8A0E3267C}" dt="2026-06-09T19:25:41.641" v="116"/>
            <ac:spMkLst>
              <pc:docMk/>
              <pc:sldMasterMk cId="2947162505" sldId="2147483773"/>
              <pc:sldLayoutMk cId="3027781957" sldId="2147483779"/>
              <ac:spMk id="10" creationId="{1790A781-7F01-C882-1BCB-E6DA4D3FC260}"/>
            </ac:spMkLst>
          </pc:spChg>
          <pc:spChg chg="add">
            <ac:chgData name="riya singh" userId="7abd632d42337e32" providerId="LiveId" clId="{A2BB9560-E8EC-4498-9591-1BC8A0E3267C}" dt="2026-06-09T19:25:41.641" v="116"/>
            <ac:spMkLst>
              <pc:docMk/>
              <pc:sldMasterMk cId="2947162505" sldId="2147483773"/>
              <pc:sldLayoutMk cId="3027781957" sldId="2147483779"/>
              <ac:spMk id="17" creationId="{6AFE0F78-8761-57AB-A0C5-59C06D2BD1BF}"/>
            </ac:spMkLst>
          </pc:spChg>
          <pc:grpChg chg="add">
            <ac:chgData name="riya singh" userId="7abd632d42337e32" providerId="LiveId" clId="{A2BB9560-E8EC-4498-9591-1BC8A0E3267C}" dt="2026-06-09T19:25:41.641" v="116"/>
            <ac:grpSpMkLst>
              <pc:docMk/>
              <pc:sldMasterMk cId="2947162505" sldId="2147483773"/>
              <pc:sldLayoutMk cId="3027781957" sldId="2147483779"/>
              <ac:grpSpMk id="11" creationId="{F80CADE9-97F3-48E9-78C4-51C38641E898}"/>
            </ac:grpSpMkLst>
          </pc:grpChg>
          <pc:grpChg chg="add">
            <ac:chgData name="riya singh" userId="7abd632d42337e32" providerId="LiveId" clId="{A2BB9560-E8EC-4498-9591-1BC8A0E3267C}" dt="2026-06-09T19:25:41.641" v="116"/>
            <ac:grpSpMkLst>
              <pc:docMk/>
              <pc:sldMasterMk cId="2947162505" sldId="2147483773"/>
              <pc:sldLayoutMk cId="3027781957" sldId="2147483779"/>
              <ac:grpSpMk id="14" creationId="{E99FC164-7A00-8C2C-959A-F4AB8F23722B}"/>
            </ac:grpSpMkLst>
          </pc:grpChg>
        </pc:sldLayoutChg>
        <pc:sldLayoutChg chg="addSp">
          <pc:chgData name="riya singh" userId="7abd632d42337e32" providerId="LiveId" clId="{A2BB9560-E8EC-4498-9591-1BC8A0E3267C}" dt="2026-06-09T19:25:41.641" v="116"/>
          <pc:sldLayoutMkLst>
            <pc:docMk/>
            <pc:sldMasterMk cId="2947162505" sldId="2147483773"/>
            <pc:sldLayoutMk cId="1563942138" sldId="2147483780"/>
          </pc:sldLayoutMkLst>
          <pc:spChg chg="add">
            <ac:chgData name="riya singh" userId="7abd632d42337e32" providerId="LiveId" clId="{A2BB9560-E8EC-4498-9591-1BC8A0E3267C}" dt="2026-06-09T19:25:41.641" v="116"/>
            <ac:spMkLst>
              <pc:docMk/>
              <pc:sldMasterMk cId="2947162505" sldId="2147483773"/>
              <pc:sldLayoutMk cId="1563942138" sldId="2147483780"/>
              <ac:spMk id="5" creationId="{04D7C7B2-9DBA-93CD-8F5B-A7EDF7B26727}"/>
            </ac:spMkLst>
          </pc:spChg>
          <pc:spChg chg="add">
            <ac:chgData name="riya singh" userId="7abd632d42337e32" providerId="LiveId" clId="{A2BB9560-E8EC-4498-9591-1BC8A0E3267C}" dt="2026-06-09T19:25:41.641" v="116"/>
            <ac:spMkLst>
              <pc:docMk/>
              <pc:sldMasterMk cId="2947162505" sldId="2147483773"/>
              <pc:sldLayoutMk cId="1563942138" sldId="2147483780"/>
              <ac:spMk id="6" creationId="{196FB2D2-6086-CE21-9E76-3C152013E5B2}"/>
            </ac:spMkLst>
          </pc:spChg>
          <pc:spChg chg="add">
            <ac:chgData name="riya singh" userId="7abd632d42337e32" providerId="LiveId" clId="{A2BB9560-E8EC-4498-9591-1BC8A0E3267C}" dt="2026-06-09T19:25:41.641" v="116"/>
            <ac:spMkLst>
              <pc:docMk/>
              <pc:sldMasterMk cId="2947162505" sldId="2147483773"/>
              <pc:sldLayoutMk cId="1563942138" sldId="2147483780"/>
              <ac:spMk id="7" creationId="{283F486A-EA21-EAA3-3FC1-E2559E81F034}"/>
            </ac:spMkLst>
          </pc:spChg>
          <pc:spChg chg="add">
            <ac:chgData name="riya singh" userId="7abd632d42337e32" providerId="LiveId" clId="{A2BB9560-E8EC-4498-9591-1BC8A0E3267C}" dt="2026-06-09T19:25:41.641" v="116"/>
            <ac:spMkLst>
              <pc:docMk/>
              <pc:sldMasterMk cId="2947162505" sldId="2147483773"/>
              <pc:sldLayoutMk cId="1563942138" sldId="2147483780"/>
              <ac:spMk id="8" creationId="{B7302885-DC63-FFFB-50D1-A5E58F3409BC}"/>
            </ac:spMkLst>
          </pc:spChg>
          <pc:spChg chg="add">
            <ac:chgData name="riya singh" userId="7abd632d42337e32" providerId="LiveId" clId="{A2BB9560-E8EC-4498-9591-1BC8A0E3267C}" dt="2026-06-09T19:25:41.641" v="116"/>
            <ac:spMkLst>
              <pc:docMk/>
              <pc:sldMasterMk cId="2947162505" sldId="2147483773"/>
              <pc:sldLayoutMk cId="1563942138" sldId="2147483780"/>
              <ac:spMk id="9" creationId="{0CB18105-F60F-B50C-AA80-C7BDBE791FF6}"/>
            </ac:spMkLst>
          </pc:spChg>
          <pc:spChg chg="add">
            <ac:chgData name="riya singh" userId="7abd632d42337e32" providerId="LiveId" clId="{A2BB9560-E8EC-4498-9591-1BC8A0E3267C}" dt="2026-06-09T19:25:41.641" v="116"/>
            <ac:spMkLst>
              <pc:docMk/>
              <pc:sldMasterMk cId="2947162505" sldId="2147483773"/>
              <pc:sldLayoutMk cId="1563942138" sldId="2147483780"/>
              <ac:spMk id="13" creationId="{80455518-AAB4-9238-9BF3-8EB9B452B27E}"/>
            </ac:spMkLst>
          </pc:spChg>
          <pc:grpChg chg="add">
            <ac:chgData name="riya singh" userId="7abd632d42337e32" providerId="LiveId" clId="{A2BB9560-E8EC-4498-9591-1BC8A0E3267C}" dt="2026-06-09T19:25:41.641" v="116"/>
            <ac:grpSpMkLst>
              <pc:docMk/>
              <pc:sldMasterMk cId="2947162505" sldId="2147483773"/>
              <pc:sldLayoutMk cId="1563942138" sldId="2147483780"/>
              <ac:grpSpMk id="10" creationId="{DCFF4A9C-5ED5-7BD4-F998-721FAA7A4C50}"/>
            </ac:grpSpMkLst>
          </pc:grpChg>
        </pc:sldLayoutChg>
        <pc:sldLayoutChg chg="addSp">
          <pc:chgData name="riya singh" userId="7abd632d42337e32" providerId="LiveId" clId="{A2BB9560-E8EC-4498-9591-1BC8A0E3267C}" dt="2026-06-09T19:25:41.641" v="116"/>
          <pc:sldLayoutMkLst>
            <pc:docMk/>
            <pc:sldMasterMk cId="2947162505" sldId="2147483773"/>
            <pc:sldLayoutMk cId="363990619" sldId="2147483781"/>
          </pc:sldLayoutMkLst>
          <pc:spChg chg="add">
            <ac:chgData name="riya singh" userId="7abd632d42337e32" providerId="LiveId" clId="{A2BB9560-E8EC-4498-9591-1BC8A0E3267C}" dt="2026-06-09T19:25:41.641" v="116"/>
            <ac:spMkLst>
              <pc:docMk/>
              <pc:sldMasterMk cId="2947162505" sldId="2147483773"/>
              <pc:sldLayoutMk cId="363990619" sldId="2147483781"/>
              <ac:spMk id="8" creationId="{48EAEC7A-60A1-37E7-53A3-CBD493ECBC6F}"/>
            </ac:spMkLst>
          </pc:spChg>
          <pc:spChg chg="add">
            <ac:chgData name="riya singh" userId="7abd632d42337e32" providerId="LiveId" clId="{A2BB9560-E8EC-4498-9591-1BC8A0E3267C}" dt="2026-06-09T19:25:41.641" v="116"/>
            <ac:spMkLst>
              <pc:docMk/>
              <pc:sldMasterMk cId="2947162505" sldId="2147483773"/>
              <pc:sldLayoutMk cId="363990619" sldId="2147483781"/>
              <ac:spMk id="9" creationId="{251397FE-7E31-3362-4F09-299A7BE0B232}"/>
            </ac:spMkLst>
          </pc:spChg>
          <pc:spChg chg="add">
            <ac:chgData name="riya singh" userId="7abd632d42337e32" providerId="LiveId" clId="{A2BB9560-E8EC-4498-9591-1BC8A0E3267C}" dt="2026-06-09T19:25:41.641" v="116"/>
            <ac:spMkLst>
              <pc:docMk/>
              <pc:sldMasterMk cId="2947162505" sldId="2147483773"/>
              <pc:sldLayoutMk cId="363990619" sldId="2147483781"/>
              <ac:spMk id="10" creationId="{CA948D3D-57E2-8BAB-E835-6C4D5E644970}"/>
            </ac:spMkLst>
          </pc:spChg>
          <pc:spChg chg="add">
            <ac:chgData name="riya singh" userId="7abd632d42337e32" providerId="LiveId" clId="{A2BB9560-E8EC-4498-9591-1BC8A0E3267C}" dt="2026-06-09T19:25:41.641" v="116"/>
            <ac:spMkLst>
              <pc:docMk/>
              <pc:sldMasterMk cId="2947162505" sldId="2147483773"/>
              <pc:sldLayoutMk cId="363990619" sldId="2147483781"/>
              <ac:spMk id="11" creationId="{65ED0F33-CA8A-91D1-83AE-B9A5A0A3AE04}"/>
            </ac:spMkLst>
          </pc:spChg>
          <pc:spChg chg="add">
            <ac:chgData name="riya singh" userId="7abd632d42337e32" providerId="LiveId" clId="{A2BB9560-E8EC-4498-9591-1BC8A0E3267C}" dt="2026-06-09T19:25:41.641" v="116"/>
            <ac:spMkLst>
              <pc:docMk/>
              <pc:sldMasterMk cId="2947162505" sldId="2147483773"/>
              <pc:sldLayoutMk cId="363990619" sldId="2147483781"/>
              <ac:spMk id="12" creationId="{81BA6806-67FC-0002-2C21-E45C619D6E35}"/>
            </ac:spMkLst>
          </pc:spChg>
          <pc:spChg chg="add">
            <ac:chgData name="riya singh" userId="7abd632d42337e32" providerId="LiveId" clId="{A2BB9560-E8EC-4498-9591-1BC8A0E3267C}" dt="2026-06-09T19:25:41.641" v="116"/>
            <ac:spMkLst>
              <pc:docMk/>
              <pc:sldMasterMk cId="2947162505" sldId="2147483773"/>
              <pc:sldLayoutMk cId="363990619" sldId="2147483781"/>
              <ac:spMk id="19" creationId="{8238DD08-9060-2906-97CE-631CC0FC2E15}"/>
            </ac:spMkLst>
          </pc:spChg>
          <pc:grpChg chg="add">
            <ac:chgData name="riya singh" userId="7abd632d42337e32" providerId="LiveId" clId="{A2BB9560-E8EC-4498-9591-1BC8A0E3267C}" dt="2026-06-09T19:25:41.641" v="116"/>
            <ac:grpSpMkLst>
              <pc:docMk/>
              <pc:sldMasterMk cId="2947162505" sldId="2147483773"/>
              <pc:sldLayoutMk cId="363990619" sldId="2147483781"/>
              <ac:grpSpMk id="13" creationId="{9E978CAE-FCD5-A25D-9EE6-7BACCABFED15}"/>
            </ac:grpSpMkLst>
          </pc:grpChg>
          <pc:grpChg chg="add">
            <ac:chgData name="riya singh" userId="7abd632d42337e32" providerId="LiveId" clId="{A2BB9560-E8EC-4498-9591-1BC8A0E3267C}" dt="2026-06-09T19:25:41.641" v="116"/>
            <ac:grpSpMkLst>
              <pc:docMk/>
              <pc:sldMasterMk cId="2947162505" sldId="2147483773"/>
              <pc:sldLayoutMk cId="363990619" sldId="2147483781"/>
              <ac:grpSpMk id="16" creationId="{0B678382-4CC1-F029-72DE-B38F9E837B5E}"/>
            </ac:grpSpMkLst>
          </pc:grpChg>
        </pc:sldLayoutChg>
        <pc:sldLayoutChg chg="addSp">
          <pc:chgData name="riya singh" userId="7abd632d42337e32" providerId="LiveId" clId="{A2BB9560-E8EC-4498-9591-1BC8A0E3267C}" dt="2026-06-09T19:25:41.641" v="116"/>
          <pc:sldLayoutMkLst>
            <pc:docMk/>
            <pc:sldMasterMk cId="2947162505" sldId="2147483773"/>
            <pc:sldLayoutMk cId="871076052" sldId="2147483782"/>
          </pc:sldLayoutMkLst>
          <pc:spChg chg="add">
            <ac:chgData name="riya singh" userId="7abd632d42337e32" providerId="LiveId" clId="{A2BB9560-E8EC-4498-9591-1BC8A0E3267C}" dt="2026-06-09T19:25:41.641" v="116"/>
            <ac:spMkLst>
              <pc:docMk/>
              <pc:sldMasterMk cId="2947162505" sldId="2147483773"/>
              <pc:sldLayoutMk cId="871076052" sldId="2147483782"/>
              <ac:spMk id="3" creationId="{B80BFAC2-D5C3-76D5-5417-ED15F2C84A85}"/>
            </ac:spMkLst>
          </pc:spChg>
          <pc:spChg chg="add">
            <ac:chgData name="riya singh" userId="7abd632d42337e32" providerId="LiveId" clId="{A2BB9560-E8EC-4498-9591-1BC8A0E3267C}" dt="2026-06-09T19:25:41.641" v="116"/>
            <ac:spMkLst>
              <pc:docMk/>
              <pc:sldMasterMk cId="2947162505" sldId="2147483773"/>
              <pc:sldLayoutMk cId="871076052" sldId="2147483782"/>
              <ac:spMk id="8" creationId="{089F8C30-5479-8A08-390E-D587FB7852FC}"/>
            </ac:spMkLst>
          </pc:spChg>
          <pc:spChg chg="add">
            <ac:chgData name="riya singh" userId="7abd632d42337e32" providerId="LiveId" clId="{A2BB9560-E8EC-4498-9591-1BC8A0E3267C}" dt="2026-06-09T19:25:41.641" v="116"/>
            <ac:spMkLst>
              <pc:docMk/>
              <pc:sldMasterMk cId="2947162505" sldId="2147483773"/>
              <pc:sldLayoutMk cId="871076052" sldId="2147483782"/>
              <ac:spMk id="9" creationId="{0E9E28B5-AC70-3E29-AFBE-17D8B53E1A2D}"/>
            </ac:spMkLst>
          </pc:spChg>
          <pc:spChg chg="add">
            <ac:chgData name="riya singh" userId="7abd632d42337e32" providerId="LiveId" clId="{A2BB9560-E8EC-4498-9591-1BC8A0E3267C}" dt="2026-06-09T19:25:41.641" v="116"/>
            <ac:spMkLst>
              <pc:docMk/>
              <pc:sldMasterMk cId="2947162505" sldId="2147483773"/>
              <pc:sldLayoutMk cId="871076052" sldId="2147483782"/>
              <ac:spMk id="10" creationId="{5504D8BD-6B84-DF4B-5172-DBA589CE2E1A}"/>
            </ac:spMkLst>
          </pc:spChg>
          <pc:spChg chg="add">
            <ac:chgData name="riya singh" userId="7abd632d42337e32" providerId="LiveId" clId="{A2BB9560-E8EC-4498-9591-1BC8A0E3267C}" dt="2026-06-09T19:25:41.641" v="116"/>
            <ac:spMkLst>
              <pc:docMk/>
              <pc:sldMasterMk cId="2947162505" sldId="2147483773"/>
              <pc:sldLayoutMk cId="871076052" sldId="2147483782"/>
              <ac:spMk id="11" creationId="{A8C5C354-5E7E-DC2D-1DF7-A6BA70CB4CA7}"/>
            </ac:spMkLst>
          </pc:spChg>
          <pc:spChg chg="add">
            <ac:chgData name="riya singh" userId="7abd632d42337e32" providerId="LiveId" clId="{A2BB9560-E8EC-4498-9591-1BC8A0E3267C}" dt="2026-06-09T19:25:41.641" v="116"/>
            <ac:spMkLst>
              <pc:docMk/>
              <pc:sldMasterMk cId="2947162505" sldId="2147483773"/>
              <pc:sldLayoutMk cId="871076052" sldId="2147483782"/>
              <ac:spMk id="19" creationId="{7BF1B097-EC48-F09B-E1F1-DB43614585F9}"/>
            </ac:spMkLst>
          </pc:spChg>
          <pc:grpChg chg="add">
            <ac:chgData name="riya singh" userId="7abd632d42337e32" providerId="LiveId" clId="{A2BB9560-E8EC-4498-9591-1BC8A0E3267C}" dt="2026-06-09T19:25:41.641" v="116"/>
            <ac:grpSpMkLst>
              <pc:docMk/>
              <pc:sldMasterMk cId="2947162505" sldId="2147483773"/>
              <pc:sldLayoutMk cId="871076052" sldId="2147483782"/>
              <ac:grpSpMk id="12" creationId="{245955C4-4033-7514-375E-BFD1FBF4CCE8}"/>
            </ac:grpSpMkLst>
          </pc:grpChg>
          <pc:grpChg chg="add">
            <ac:chgData name="riya singh" userId="7abd632d42337e32" providerId="LiveId" clId="{A2BB9560-E8EC-4498-9591-1BC8A0E3267C}" dt="2026-06-09T19:25:41.641" v="116"/>
            <ac:grpSpMkLst>
              <pc:docMk/>
              <pc:sldMasterMk cId="2947162505" sldId="2147483773"/>
              <pc:sldLayoutMk cId="871076052" sldId="2147483782"/>
              <ac:grpSpMk id="16" creationId="{6711EB70-CAF2-4B82-A977-5378F90ECB5C}"/>
            </ac:grpSpMkLst>
          </pc:grpChg>
        </pc:sldLayoutChg>
      </pc:sldMasterChg>
      <pc:sldMasterChg chg="addSp modSldLayout">
        <pc:chgData name="riya singh" userId="7abd632d42337e32" providerId="LiveId" clId="{A2BB9560-E8EC-4498-9591-1BC8A0E3267C}" dt="2026-06-09T19:25:45.699" v="117"/>
        <pc:sldMasterMkLst>
          <pc:docMk/>
          <pc:sldMasterMk cId="1197618281" sldId="2147483793"/>
        </pc:sldMasterMkLst>
        <pc:spChg chg="add">
          <ac:chgData name="riya singh" userId="7abd632d42337e32" providerId="LiveId" clId="{A2BB9560-E8EC-4498-9591-1BC8A0E3267C}" dt="2026-06-09T19:25:45.699" v="117"/>
          <ac:spMkLst>
            <pc:docMk/>
            <pc:sldMasterMk cId="1197618281" sldId="2147483793"/>
            <ac:spMk id="7" creationId="{AE648E27-B715-7B1D-7067-E23B20AE76A3}"/>
          </ac:spMkLst>
        </pc:spChg>
        <pc:spChg chg="add">
          <ac:chgData name="riya singh" userId="7abd632d42337e32" providerId="LiveId" clId="{A2BB9560-E8EC-4498-9591-1BC8A0E3267C}" dt="2026-06-09T19:25:45.699" v="117"/>
          <ac:spMkLst>
            <pc:docMk/>
            <pc:sldMasterMk cId="1197618281" sldId="2147483793"/>
            <ac:spMk id="8" creationId="{AAF3C9A8-5BA1-E68C-26CD-1798BAD85E95}"/>
          </ac:spMkLst>
        </pc:spChg>
        <pc:spChg chg="add">
          <ac:chgData name="riya singh" userId="7abd632d42337e32" providerId="LiveId" clId="{A2BB9560-E8EC-4498-9591-1BC8A0E3267C}" dt="2026-06-09T19:25:45.699" v="117"/>
          <ac:spMkLst>
            <pc:docMk/>
            <pc:sldMasterMk cId="1197618281" sldId="2147483793"/>
            <ac:spMk id="9" creationId="{3F207920-D5FA-2A62-9C76-56F7ECDF4032}"/>
          </ac:spMkLst>
        </pc:spChg>
        <pc:spChg chg="add">
          <ac:chgData name="riya singh" userId="7abd632d42337e32" providerId="LiveId" clId="{A2BB9560-E8EC-4498-9591-1BC8A0E3267C}" dt="2026-06-09T19:25:45.699" v="117"/>
          <ac:spMkLst>
            <pc:docMk/>
            <pc:sldMasterMk cId="1197618281" sldId="2147483793"/>
            <ac:spMk id="10" creationId="{27C288EC-5ACE-1DF4-04E5-B9B70864D443}"/>
          </ac:spMkLst>
        </pc:spChg>
        <pc:spChg chg="add">
          <ac:chgData name="riya singh" userId="7abd632d42337e32" providerId="LiveId" clId="{A2BB9560-E8EC-4498-9591-1BC8A0E3267C}" dt="2026-06-09T19:25:45.699" v="117"/>
          <ac:spMkLst>
            <pc:docMk/>
            <pc:sldMasterMk cId="1197618281" sldId="2147483793"/>
            <ac:spMk id="11" creationId="{794F56F1-41B1-4948-9F71-639EF4E2134A}"/>
          </ac:spMkLst>
        </pc:spChg>
        <pc:spChg chg="add">
          <ac:chgData name="riya singh" userId="7abd632d42337e32" providerId="LiveId" clId="{A2BB9560-E8EC-4498-9591-1BC8A0E3267C}" dt="2026-06-09T19:25:45.699" v="117"/>
          <ac:spMkLst>
            <pc:docMk/>
            <pc:sldMasterMk cId="1197618281" sldId="2147483793"/>
            <ac:spMk id="12" creationId="{95E96A6C-D772-13A5-0DDF-5A8A22F5470E}"/>
          </ac:spMkLst>
        </pc:spChg>
        <pc:spChg chg="add">
          <ac:chgData name="riya singh" userId="7abd632d42337e32" providerId="LiveId" clId="{A2BB9560-E8EC-4498-9591-1BC8A0E3267C}" dt="2026-06-09T19:25:45.699" v="117"/>
          <ac:spMkLst>
            <pc:docMk/>
            <pc:sldMasterMk cId="1197618281" sldId="2147483793"/>
            <ac:spMk id="19" creationId="{3499A600-C498-19C0-7B3D-96E832C59BE3}"/>
          </ac:spMkLst>
        </pc:spChg>
        <pc:spChg chg="add">
          <ac:chgData name="riya singh" userId="7abd632d42337e32" providerId="LiveId" clId="{A2BB9560-E8EC-4498-9591-1BC8A0E3267C}" dt="2026-06-09T19:25:45.699" v="117"/>
          <ac:spMkLst>
            <pc:docMk/>
            <pc:sldMasterMk cId="1197618281" sldId="2147483793"/>
            <ac:spMk id="20" creationId="{F29A99BC-3EDD-68D3-AED9-9D1452192386}"/>
          </ac:spMkLst>
        </pc:spChg>
        <pc:grpChg chg="add">
          <ac:chgData name="riya singh" userId="7abd632d42337e32" providerId="LiveId" clId="{A2BB9560-E8EC-4498-9591-1BC8A0E3267C}" dt="2026-06-09T19:25:45.699" v="117"/>
          <ac:grpSpMkLst>
            <pc:docMk/>
            <pc:sldMasterMk cId="1197618281" sldId="2147483793"/>
            <ac:grpSpMk id="13" creationId="{BBD8EDB3-0430-942E-9B12-797A7785A149}"/>
          </ac:grpSpMkLst>
        </pc:grpChg>
        <pc:grpChg chg="add">
          <ac:chgData name="riya singh" userId="7abd632d42337e32" providerId="LiveId" clId="{A2BB9560-E8EC-4498-9591-1BC8A0E3267C}" dt="2026-06-09T19:25:45.699" v="117"/>
          <ac:grpSpMkLst>
            <pc:docMk/>
            <pc:sldMasterMk cId="1197618281" sldId="2147483793"/>
            <ac:grpSpMk id="16" creationId="{3E8D2A1E-C7C6-040C-F504-D97F260E0BAD}"/>
          </ac:grpSpMkLst>
        </pc:grpChg>
        <pc:sldLayoutChg chg="addSp">
          <pc:chgData name="riya singh" userId="7abd632d42337e32" providerId="LiveId" clId="{A2BB9560-E8EC-4498-9591-1BC8A0E3267C}" dt="2026-06-09T19:25:45.699" v="117"/>
          <pc:sldLayoutMkLst>
            <pc:docMk/>
            <pc:sldMasterMk cId="1197618281" sldId="2147483793"/>
            <pc:sldLayoutMk cId="118193283" sldId="2147483794"/>
          </pc:sldLayoutMkLst>
          <pc:spChg chg="add">
            <ac:chgData name="riya singh" userId="7abd632d42337e32" providerId="LiveId" clId="{A2BB9560-E8EC-4498-9591-1BC8A0E3267C}" dt="2026-06-09T19:25:45.699" v="117"/>
            <ac:spMkLst>
              <pc:docMk/>
              <pc:sldMasterMk cId="1197618281" sldId="2147483793"/>
              <pc:sldLayoutMk cId="118193283" sldId="2147483794"/>
              <ac:spMk id="7" creationId="{51909A6C-DB8B-5254-AF7A-9AD767CD3D5D}"/>
            </ac:spMkLst>
          </pc:spChg>
          <pc:grpChg chg="add">
            <ac:chgData name="riya singh" userId="7abd632d42337e32" providerId="LiveId" clId="{A2BB9560-E8EC-4498-9591-1BC8A0E3267C}" dt="2026-06-09T19:25:45.699" v="117"/>
            <ac:grpSpMkLst>
              <pc:docMk/>
              <pc:sldMasterMk cId="1197618281" sldId="2147483793"/>
              <pc:sldLayoutMk cId="118193283" sldId="2147483794"/>
              <ac:grpSpMk id="8" creationId="{8BC323C6-4798-ACE5-84EB-7698B2B8CD53}"/>
            </ac:grpSpMkLst>
          </pc:grpChg>
        </pc:sldLayoutChg>
        <pc:sldLayoutChg chg="addSp">
          <pc:chgData name="riya singh" userId="7abd632d42337e32" providerId="LiveId" clId="{A2BB9560-E8EC-4498-9591-1BC8A0E3267C}" dt="2026-06-09T19:25:45.699" v="117"/>
          <pc:sldLayoutMkLst>
            <pc:docMk/>
            <pc:sldMasterMk cId="1197618281" sldId="2147483793"/>
            <pc:sldLayoutMk cId="1204198852" sldId="2147483795"/>
          </pc:sldLayoutMkLst>
          <pc:spChg chg="add">
            <ac:chgData name="riya singh" userId="7abd632d42337e32" providerId="LiveId" clId="{A2BB9560-E8EC-4498-9591-1BC8A0E3267C}" dt="2026-06-09T19:25:45.699" v="117"/>
            <ac:spMkLst>
              <pc:docMk/>
              <pc:sldMasterMk cId="1197618281" sldId="2147483793"/>
              <pc:sldLayoutMk cId="1204198852" sldId="2147483795"/>
              <ac:spMk id="7" creationId="{4FFAEC39-9219-A24C-E712-4D390B0868B7}"/>
            </ac:spMkLst>
          </pc:spChg>
          <pc:spChg chg="add">
            <ac:chgData name="riya singh" userId="7abd632d42337e32" providerId="LiveId" clId="{A2BB9560-E8EC-4498-9591-1BC8A0E3267C}" dt="2026-06-09T19:25:45.699" v="117"/>
            <ac:spMkLst>
              <pc:docMk/>
              <pc:sldMasterMk cId="1197618281" sldId="2147483793"/>
              <pc:sldLayoutMk cId="1204198852" sldId="2147483795"/>
              <ac:spMk id="8" creationId="{F7494195-ED83-BDF2-FDBC-5FC765BE7671}"/>
            </ac:spMkLst>
          </pc:spChg>
          <pc:spChg chg="add">
            <ac:chgData name="riya singh" userId="7abd632d42337e32" providerId="LiveId" clId="{A2BB9560-E8EC-4498-9591-1BC8A0E3267C}" dt="2026-06-09T19:25:45.699" v="117"/>
            <ac:spMkLst>
              <pc:docMk/>
              <pc:sldMasterMk cId="1197618281" sldId="2147483793"/>
              <pc:sldLayoutMk cId="1204198852" sldId="2147483795"/>
              <ac:spMk id="9" creationId="{0D547115-DD90-C284-CB11-EF910FC6B8D3}"/>
            </ac:spMkLst>
          </pc:spChg>
          <pc:spChg chg="add">
            <ac:chgData name="riya singh" userId="7abd632d42337e32" providerId="LiveId" clId="{A2BB9560-E8EC-4498-9591-1BC8A0E3267C}" dt="2026-06-09T19:25:45.699" v="117"/>
            <ac:spMkLst>
              <pc:docMk/>
              <pc:sldMasterMk cId="1197618281" sldId="2147483793"/>
              <pc:sldLayoutMk cId="1204198852" sldId="2147483795"/>
              <ac:spMk id="10" creationId="{19625838-154D-9B33-6835-24AB8D82F82A}"/>
            </ac:spMkLst>
          </pc:spChg>
          <pc:spChg chg="add">
            <ac:chgData name="riya singh" userId="7abd632d42337e32" providerId="LiveId" clId="{A2BB9560-E8EC-4498-9591-1BC8A0E3267C}" dt="2026-06-09T19:25:45.699" v="117"/>
            <ac:spMkLst>
              <pc:docMk/>
              <pc:sldMasterMk cId="1197618281" sldId="2147483793"/>
              <pc:sldLayoutMk cId="1204198852" sldId="2147483795"/>
              <ac:spMk id="11" creationId="{69870BB7-8AD0-BB80-49E1-089F15A45DC7}"/>
            </ac:spMkLst>
          </pc:spChg>
          <pc:spChg chg="add">
            <ac:chgData name="riya singh" userId="7abd632d42337e32" providerId="LiveId" clId="{A2BB9560-E8EC-4498-9591-1BC8A0E3267C}" dt="2026-06-09T19:25:45.699" v="117"/>
            <ac:spMkLst>
              <pc:docMk/>
              <pc:sldMasterMk cId="1197618281" sldId="2147483793"/>
              <pc:sldLayoutMk cId="1204198852" sldId="2147483795"/>
              <ac:spMk id="18" creationId="{2CD8477D-C006-42F2-95C3-2098BF7A379D}"/>
            </ac:spMkLst>
          </pc:spChg>
          <pc:grpChg chg="add">
            <ac:chgData name="riya singh" userId="7abd632d42337e32" providerId="LiveId" clId="{A2BB9560-E8EC-4498-9591-1BC8A0E3267C}" dt="2026-06-09T19:25:45.699" v="117"/>
            <ac:grpSpMkLst>
              <pc:docMk/>
              <pc:sldMasterMk cId="1197618281" sldId="2147483793"/>
              <pc:sldLayoutMk cId="1204198852" sldId="2147483795"/>
              <ac:grpSpMk id="12" creationId="{7E938DFE-D130-758B-1AF1-3CAECF68CA98}"/>
            </ac:grpSpMkLst>
          </pc:grpChg>
          <pc:grpChg chg="add">
            <ac:chgData name="riya singh" userId="7abd632d42337e32" providerId="LiveId" clId="{A2BB9560-E8EC-4498-9591-1BC8A0E3267C}" dt="2026-06-09T19:25:45.699" v="117"/>
            <ac:grpSpMkLst>
              <pc:docMk/>
              <pc:sldMasterMk cId="1197618281" sldId="2147483793"/>
              <pc:sldLayoutMk cId="1204198852" sldId="2147483795"/>
              <ac:grpSpMk id="15" creationId="{1F53F727-B94A-CD30-FBC9-2A737DB89307}"/>
            </ac:grpSpMkLst>
          </pc:grpChg>
        </pc:sldLayoutChg>
        <pc:sldLayoutChg chg="addSp">
          <pc:chgData name="riya singh" userId="7abd632d42337e32" providerId="LiveId" clId="{A2BB9560-E8EC-4498-9591-1BC8A0E3267C}" dt="2026-06-09T19:25:45.699" v="117"/>
          <pc:sldLayoutMkLst>
            <pc:docMk/>
            <pc:sldMasterMk cId="1197618281" sldId="2147483793"/>
            <pc:sldLayoutMk cId="1462242578" sldId="2147483796"/>
          </pc:sldLayoutMkLst>
          <pc:spChg chg="add">
            <ac:chgData name="riya singh" userId="7abd632d42337e32" providerId="LiveId" clId="{A2BB9560-E8EC-4498-9591-1BC8A0E3267C}" dt="2026-06-09T19:25:45.699" v="117"/>
            <ac:spMkLst>
              <pc:docMk/>
              <pc:sldMasterMk cId="1197618281" sldId="2147483793"/>
              <pc:sldLayoutMk cId="1462242578" sldId="2147483796"/>
              <ac:spMk id="7" creationId="{6F1FE02B-1BFE-27C8-F550-29B057410902}"/>
            </ac:spMkLst>
          </pc:spChg>
          <pc:spChg chg="add">
            <ac:chgData name="riya singh" userId="7abd632d42337e32" providerId="LiveId" clId="{A2BB9560-E8EC-4498-9591-1BC8A0E3267C}" dt="2026-06-09T19:25:45.699" v="117"/>
            <ac:spMkLst>
              <pc:docMk/>
              <pc:sldMasterMk cId="1197618281" sldId="2147483793"/>
              <pc:sldLayoutMk cId="1462242578" sldId="2147483796"/>
              <ac:spMk id="8" creationId="{33698A3B-21B3-9081-8760-8D5ABD7C8F72}"/>
            </ac:spMkLst>
          </pc:spChg>
          <pc:spChg chg="add">
            <ac:chgData name="riya singh" userId="7abd632d42337e32" providerId="LiveId" clId="{A2BB9560-E8EC-4498-9591-1BC8A0E3267C}" dt="2026-06-09T19:25:45.699" v="117"/>
            <ac:spMkLst>
              <pc:docMk/>
              <pc:sldMasterMk cId="1197618281" sldId="2147483793"/>
              <pc:sldLayoutMk cId="1462242578" sldId="2147483796"/>
              <ac:spMk id="9" creationId="{F982C694-DC0F-DC1C-B5A7-5A7D46CB1AF7}"/>
            </ac:spMkLst>
          </pc:spChg>
          <pc:spChg chg="add">
            <ac:chgData name="riya singh" userId="7abd632d42337e32" providerId="LiveId" clId="{A2BB9560-E8EC-4498-9591-1BC8A0E3267C}" dt="2026-06-09T19:25:45.699" v="117"/>
            <ac:spMkLst>
              <pc:docMk/>
              <pc:sldMasterMk cId="1197618281" sldId="2147483793"/>
              <pc:sldLayoutMk cId="1462242578" sldId="2147483796"/>
              <ac:spMk id="10" creationId="{3B6C9B25-A1E8-485D-3168-B9777A45F2CA}"/>
            </ac:spMkLst>
          </pc:spChg>
          <pc:spChg chg="add">
            <ac:chgData name="riya singh" userId="7abd632d42337e32" providerId="LiveId" clId="{A2BB9560-E8EC-4498-9591-1BC8A0E3267C}" dt="2026-06-09T19:25:45.699" v="117"/>
            <ac:spMkLst>
              <pc:docMk/>
              <pc:sldMasterMk cId="1197618281" sldId="2147483793"/>
              <pc:sldLayoutMk cId="1462242578" sldId="2147483796"/>
              <ac:spMk id="11" creationId="{8CB501CD-EB02-3CC6-240D-73A9AB0C4B44}"/>
            </ac:spMkLst>
          </pc:spChg>
          <pc:spChg chg="add">
            <ac:chgData name="riya singh" userId="7abd632d42337e32" providerId="LiveId" clId="{A2BB9560-E8EC-4498-9591-1BC8A0E3267C}" dt="2026-06-09T19:25:45.699" v="117"/>
            <ac:spMkLst>
              <pc:docMk/>
              <pc:sldMasterMk cId="1197618281" sldId="2147483793"/>
              <pc:sldLayoutMk cId="1462242578" sldId="2147483796"/>
              <ac:spMk id="12" creationId="{31235BF8-73B3-5AB3-7D6C-BAFB36FF534D}"/>
            </ac:spMkLst>
          </pc:spChg>
          <pc:spChg chg="add">
            <ac:chgData name="riya singh" userId="7abd632d42337e32" providerId="LiveId" clId="{A2BB9560-E8EC-4498-9591-1BC8A0E3267C}" dt="2026-06-09T19:25:45.699" v="117"/>
            <ac:spMkLst>
              <pc:docMk/>
              <pc:sldMasterMk cId="1197618281" sldId="2147483793"/>
              <pc:sldLayoutMk cId="1462242578" sldId="2147483796"/>
              <ac:spMk id="13" creationId="{0316A37E-50EE-CECC-2FD5-3CF18196E5EB}"/>
            </ac:spMkLst>
          </pc:spChg>
          <pc:spChg chg="add">
            <ac:chgData name="riya singh" userId="7abd632d42337e32" providerId="LiveId" clId="{A2BB9560-E8EC-4498-9591-1BC8A0E3267C}" dt="2026-06-09T19:25:45.699" v="117"/>
            <ac:spMkLst>
              <pc:docMk/>
              <pc:sldMasterMk cId="1197618281" sldId="2147483793"/>
              <pc:sldLayoutMk cId="1462242578" sldId="2147483796"/>
              <ac:spMk id="14" creationId="{F36A5FC1-5C1A-ECB5-EB9F-1000B1F8755E}"/>
            </ac:spMkLst>
          </pc:spChg>
          <pc:spChg chg="add">
            <ac:chgData name="riya singh" userId="7abd632d42337e32" providerId="LiveId" clId="{A2BB9560-E8EC-4498-9591-1BC8A0E3267C}" dt="2026-06-09T19:25:45.699" v="117"/>
            <ac:spMkLst>
              <pc:docMk/>
              <pc:sldMasterMk cId="1197618281" sldId="2147483793"/>
              <pc:sldLayoutMk cId="1462242578" sldId="2147483796"/>
              <ac:spMk id="15" creationId="{7B6447C8-9FF0-4183-E66C-65847352FEF1}"/>
            </ac:spMkLst>
          </pc:spChg>
          <pc:grpChg chg="add">
            <ac:chgData name="riya singh" userId="7abd632d42337e32" providerId="LiveId" clId="{A2BB9560-E8EC-4498-9591-1BC8A0E3267C}" dt="2026-06-09T19:25:45.699" v="117"/>
            <ac:grpSpMkLst>
              <pc:docMk/>
              <pc:sldMasterMk cId="1197618281" sldId="2147483793"/>
              <pc:sldLayoutMk cId="1462242578" sldId="2147483796"/>
              <ac:grpSpMk id="19" creationId="{D8470D7C-6CE0-1966-6A73-2D3F08E7A4BC}"/>
            </ac:grpSpMkLst>
          </pc:grpChg>
        </pc:sldLayoutChg>
        <pc:sldLayoutChg chg="addSp">
          <pc:chgData name="riya singh" userId="7abd632d42337e32" providerId="LiveId" clId="{A2BB9560-E8EC-4498-9591-1BC8A0E3267C}" dt="2026-06-09T19:25:45.699" v="117"/>
          <pc:sldLayoutMkLst>
            <pc:docMk/>
            <pc:sldMasterMk cId="1197618281" sldId="2147483793"/>
            <pc:sldLayoutMk cId="2020785970" sldId="2147483797"/>
          </pc:sldLayoutMkLst>
          <pc:spChg chg="add">
            <ac:chgData name="riya singh" userId="7abd632d42337e32" providerId="LiveId" clId="{A2BB9560-E8EC-4498-9591-1BC8A0E3267C}" dt="2026-06-09T19:25:45.699" v="117"/>
            <ac:spMkLst>
              <pc:docMk/>
              <pc:sldMasterMk cId="1197618281" sldId="2147483793"/>
              <pc:sldLayoutMk cId="2020785970" sldId="2147483797"/>
              <ac:spMk id="8" creationId="{EA25BD8B-E94A-A551-283E-534BCF3888FE}"/>
            </ac:spMkLst>
          </pc:spChg>
          <pc:spChg chg="add">
            <ac:chgData name="riya singh" userId="7abd632d42337e32" providerId="LiveId" clId="{A2BB9560-E8EC-4498-9591-1BC8A0E3267C}" dt="2026-06-09T19:25:45.699" v="117"/>
            <ac:spMkLst>
              <pc:docMk/>
              <pc:sldMasterMk cId="1197618281" sldId="2147483793"/>
              <pc:sldLayoutMk cId="2020785970" sldId="2147483797"/>
              <ac:spMk id="9" creationId="{725BFAAD-E3FE-36E0-71FC-3B424F34904E}"/>
            </ac:spMkLst>
          </pc:spChg>
          <pc:spChg chg="add">
            <ac:chgData name="riya singh" userId="7abd632d42337e32" providerId="LiveId" clId="{A2BB9560-E8EC-4498-9591-1BC8A0E3267C}" dt="2026-06-09T19:25:45.699" v="117"/>
            <ac:spMkLst>
              <pc:docMk/>
              <pc:sldMasterMk cId="1197618281" sldId="2147483793"/>
              <pc:sldLayoutMk cId="2020785970" sldId="2147483797"/>
              <ac:spMk id="10" creationId="{174EA22D-C894-914A-8038-47A56CEC84E8}"/>
            </ac:spMkLst>
          </pc:spChg>
          <pc:spChg chg="add">
            <ac:chgData name="riya singh" userId="7abd632d42337e32" providerId="LiveId" clId="{A2BB9560-E8EC-4498-9591-1BC8A0E3267C}" dt="2026-06-09T19:25:45.699" v="117"/>
            <ac:spMkLst>
              <pc:docMk/>
              <pc:sldMasterMk cId="1197618281" sldId="2147483793"/>
              <pc:sldLayoutMk cId="2020785970" sldId="2147483797"/>
              <ac:spMk id="11" creationId="{0791B4B6-C5F0-5AB2-329A-278171C11B96}"/>
            </ac:spMkLst>
          </pc:spChg>
          <pc:spChg chg="add">
            <ac:chgData name="riya singh" userId="7abd632d42337e32" providerId="LiveId" clId="{A2BB9560-E8EC-4498-9591-1BC8A0E3267C}" dt="2026-06-09T19:25:45.699" v="117"/>
            <ac:spMkLst>
              <pc:docMk/>
              <pc:sldMasterMk cId="1197618281" sldId="2147483793"/>
              <pc:sldLayoutMk cId="2020785970" sldId="2147483797"/>
              <ac:spMk id="12" creationId="{00D5AAFA-315F-D95D-0E8A-9DC972B7B4DA}"/>
            </ac:spMkLst>
          </pc:spChg>
          <pc:spChg chg="add">
            <ac:chgData name="riya singh" userId="7abd632d42337e32" providerId="LiveId" clId="{A2BB9560-E8EC-4498-9591-1BC8A0E3267C}" dt="2026-06-09T19:25:45.699" v="117"/>
            <ac:spMkLst>
              <pc:docMk/>
              <pc:sldMasterMk cId="1197618281" sldId="2147483793"/>
              <pc:sldLayoutMk cId="2020785970" sldId="2147483797"/>
              <ac:spMk id="19" creationId="{61BB585E-A48E-D4E6-8BC2-010529DEDA8C}"/>
            </ac:spMkLst>
          </pc:spChg>
          <pc:grpChg chg="add">
            <ac:chgData name="riya singh" userId="7abd632d42337e32" providerId="LiveId" clId="{A2BB9560-E8EC-4498-9591-1BC8A0E3267C}" dt="2026-06-09T19:25:45.699" v="117"/>
            <ac:grpSpMkLst>
              <pc:docMk/>
              <pc:sldMasterMk cId="1197618281" sldId="2147483793"/>
              <pc:sldLayoutMk cId="2020785970" sldId="2147483797"/>
              <ac:grpSpMk id="13" creationId="{E646F076-8451-F02B-9629-15FC32CF9AE8}"/>
            </ac:grpSpMkLst>
          </pc:grpChg>
          <pc:grpChg chg="add">
            <ac:chgData name="riya singh" userId="7abd632d42337e32" providerId="LiveId" clId="{A2BB9560-E8EC-4498-9591-1BC8A0E3267C}" dt="2026-06-09T19:25:45.699" v="117"/>
            <ac:grpSpMkLst>
              <pc:docMk/>
              <pc:sldMasterMk cId="1197618281" sldId="2147483793"/>
              <pc:sldLayoutMk cId="2020785970" sldId="2147483797"/>
              <ac:grpSpMk id="16" creationId="{ECAFD8A6-BAEC-3D39-B8AB-5486F46FF808}"/>
            </ac:grpSpMkLst>
          </pc:grpChg>
        </pc:sldLayoutChg>
        <pc:sldLayoutChg chg="addSp">
          <pc:chgData name="riya singh" userId="7abd632d42337e32" providerId="LiveId" clId="{A2BB9560-E8EC-4498-9591-1BC8A0E3267C}" dt="2026-06-09T19:25:45.699" v="117"/>
          <pc:sldLayoutMkLst>
            <pc:docMk/>
            <pc:sldMasterMk cId="1197618281" sldId="2147483793"/>
            <pc:sldLayoutMk cId="3808920718" sldId="2147483798"/>
          </pc:sldLayoutMkLst>
          <pc:spChg chg="add">
            <ac:chgData name="riya singh" userId="7abd632d42337e32" providerId="LiveId" clId="{A2BB9560-E8EC-4498-9591-1BC8A0E3267C}" dt="2026-06-09T19:25:45.699" v="117"/>
            <ac:spMkLst>
              <pc:docMk/>
              <pc:sldMasterMk cId="1197618281" sldId="2147483793"/>
              <pc:sldLayoutMk cId="3808920718" sldId="2147483798"/>
              <ac:spMk id="10" creationId="{E7F9B09A-638C-A699-E1EE-ADCDAE9A6BD9}"/>
            </ac:spMkLst>
          </pc:spChg>
          <pc:spChg chg="add">
            <ac:chgData name="riya singh" userId="7abd632d42337e32" providerId="LiveId" clId="{A2BB9560-E8EC-4498-9591-1BC8A0E3267C}" dt="2026-06-09T19:25:45.699" v="117"/>
            <ac:spMkLst>
              <pc:docMk/>
              <pc:sldMasterMk cId="1197618281" sldId="2147483793"/>
              <pc:sldLayoutMk cId="3808920718" sldId="2147483798"/>
              <ac:spMk id="11" creationId="{37A66ECB-4AEA-E811-4F07-797B49B89F76}"/>
            </ac:spMkLst>
          </pc:spChg>
          <pc:spChg chg="add">
            <ac:chgData name="riya singh" userId="7abd632d42337e32" providerId="LiveId" clId="{A2BB9560-E8EC-4498-9591-1BC8A0E3267C}" dt="2026-06-09T19:25:45.699" v="117"/>
            <ac:spMkLst>
              <pc:docMk/>
              <pc:sldMasterMk cId="1197618281" sldId="2147483793"/>
              <pc:sldLayoutMk cId="3808920718" sldId="2147483798"/>
              <ac:spMk id="12" creationId="{ACE58972-8032-2C92-5002-4138926CEF76}"/>
            </ac:spMkLst>
          </pc:spChg>
          <pc:spChg chg="add">
            <ac:chgData name="riya singh" userId="7abd632d42337e32" providerId="LiveId" clId="{A2BB9560-E8EC-4498-9591-1BC8A0E3267C}" dt="2026-06-09T19:25:45.699" v="117"/>
            <ac:spMkLst>
              <pc:docMk/>
              <pc:sldMasterMk cId="1197618281" sldId="2147483793"/>
              <pc:sldLayoutMk cId="3808920718" sldId="2147483798"/>
              <ac:spMk id="13" creationId="{E29A0F34-AB7E-ABB8-2C61-63540D31FF05}"/>
            </ac:spMkLst>
          </pc:spChg>
          <pc:spChg chg="add">
            <ac:chgData name="riya singh" userId="7abd632d42337e32" providerId="LiveId" clId="{A2BB9560-E8EC-4498-9591-1BC8A0E3267C}" dt="2026-06-09T19:25:45.699" v="117"/>
            <ac:spMkLst>
              <pc:docMk/>
              <pc:sldMasterMk cId="1197618281" sldId="2147483793"/>
              <pc:sldLayoutMk cId="3808920718" sldId="2147483798"/>
              <ac:spMk id="14" creationId="{B31F30A5-E3CC-7956-2461-6449DD81DB95}"/>
            </ac:spMkLst>
          </pc:spChg>
          <pc:spChg chg="add">
            <ac:chgData name="riya singh" userId="7abd632d42337e32" providerId="LiveId" clId="{A2BB9560-E8EC-4498-9591-1BC8A0E3267C}" dt="2026-06-09T19:25:45.699" v="117"/>
            <ac:spMkLst>
              <pc:docMk/>
              <pc:sldMasterMk cId="1197618281" sldId="2147483793"/>
              <pc:sldLayoutMk cId="3808920718" sldId="2147483798"/>
              <ac:spMk id="21" creationId="{43283AE8-8FA0-C6FE-0A50-633C39E940EB}"/>
            </ac:spMkLst>
          </pc:spChg>
          <pc:grpChg chg="add">
            <ac:chgData name="riya singh" userId="7abd632d42337e32" providerId="LiveId" clId="{A2BB9560-E8EC-4498-9591-1BC8A0E3267C}" dt="2026-06-09T19:25:45.699" v="117"/>
            <ac:grpSpMkLst>
              <pc:docMk/>
              <pc:sldMasterMk cId="1197618281" sldId="2147483793"/>
              <pc:sldLayoutMk cId="3808920718" sldId="2147483798"/>
              <ac:grpSpMk id="15" creationId="{5415EE75-A724-23A0-7E9E-58E09D7B5B31}"/>
            </ac:grpSpMkLst>
          </pc:grpChg>
          <pc:grpChg chg="add">
            <ac:chgData name="riya singh" userId="7abd632d42337e32" providerId="LiveId" clId="{A2BB9560-E8EC-4498-9591-1BC8A0E3267C}" dt="2026-06-09T19:25:45.699" v="117"/>
            <ac:grpSpMkLst>
              <pc:docMk/>
              <pc:sldMasterMk cId="1197618281" sldId="2147483793"/>
              <pc:sldLayoutMk cId="3808920718" sldId="2147483798"/>
              <ac:grpSpMk id="18" creationId="{3597967B-7AA5-A9E0-95A8-88BD2629D301}"/>
            </ac:grpSpMkLst>
          </pc:grpChg>
        </pc:sldLayoutChg>
        <pc:sldLayoutChg chg="addSp">
          <pc:chgData name="riya singh" userId="7abd632d42337e32" providerId="LiveId" clId="{A2BB9560-E8EC-4498-9591-1BC8A0E3267C}" dt="2026-06-09T19:25:45.699" v="117"/>
          <pc:sldLayoutMkLst>
            <pc:docMk/>
            <pc:sldMasterMk cId="1197618281" sldId="2147483793"/>
            <pc:sldLayoutMk cId="4185919862" sldId="2147483799"/>
          </pc:sldLayoutMkLst>
          <pc:spChg chg="add">
            <ac:chgData name="riya singh" userId="7abd632d42337e32" providerId="LiveId" clId="{A2BB9560-E8EC-4498-9591-1BC8A0E3267C}" dt="2026-06-09T19:25:45.699" v="117"/>
            <ac:spMkLst>
              <pc:docMk/>
              <pc:sldMasterMk cId="1197618281" sldId="2147483793"/>
              <pc:sldLayoutMk cId="4185919862" sldId="2147483799"/>
              <ac:spMk id="6" creationId="{8D687005-9A39-C2FB-419E-61BB6C06182F}"/>
            </ac:spMkLst>
          </pc:spChg>
          <pc:spChg chg="add">
            <ac:chgData name="riya singh" userId="7abd632d42337e32" providerId="LiveId" clId="{A2BB9560-E8EC-4498-9591-1BC8A0E3267C}" dt="2026-06-09T19:25:45.699" v="117"/>
            <ac:spMkLst>
              <pc:docMk/>
              <pc:sldMasterMk cId="1197618281" sldId="2147483793"/>
              <pc:sldLayoutMk cId="4185919862" sldId="2147483799"/>
              <ac:spMk id="7" creationId="{FCD79CA6-FE00-B113-D0B0-E39C3C01D680}"/>
            </ac:spMkLst>
          </pc:spChg>
          <pc:spChg chg="add">
            <ac:chgData name="riya singh" userId="7abd632d42337e32" providerId="LiveId" clId="{A2BB9560-E8EC-4498-9591-1BC8A0E3267C}" dt="2026-06-09T19:25:45.699" v="117"/>
            <ac:spMkLst>
              <pc:docMk/>
              <pc:sldMasterMk cId="1197618281" sldId="2147483793"/>
              <pc:sldLayoutMk cId="4185919862" sldId="2147483799"/>
              <ac:spMk id="8" creationId="{ECEE449A-FCA9-FA96-1B73-891C2B68DD08}"/>
            </ac:spMkLst>
          </pc:spChg>
          <pc:spChg chg="add">
            <ac:chgData name="riya singh" userId="7abd632d42337e32" providerId="LiveId" clId="{A2BB9560-E8EC-4498-9591-1BC8A0E3267C}" dt="2026-06-09T19:25:45.699" v="117"/>
            <ac:spMkLst>
              <pc:docMk/>
              <pc:sldMasterMk cId="1197618281" sldId="2147483793"/>
              <pc:sldLayoutMk cId="4185919862" sldId="2147483799"/>
              <ac:spMk id="9" creationId="{160DCEEC-4949-E0B1-0E2F-ACACE9245A23}"/>
            </ac:spMkLst>
          </pc:spChg>
          <pc:spChg chg="add">
            <ac:chgData name="riya singh" userId="7abd632d42337e32" providerId="LiveId" clId="{A2BB9560-E8EC-4498-9591-1BC8A0E3267C}" dt="2026-06-09T19:25:45.699" v="117"/>
            <ac:spMkLst>
              <pc:docMk/>
              <pc:sldMasterMk cId="1197618281" sldId="2147483793"/>
              <pc:sldLayoutMk cId="4185919862" sldId="2147483799"/>
              <ac:spMk id="10" creationId="{B539AA1E-BFB6-CF03-8DE4-A7C198473E8D}"/>
            </ac:spMkLst>
          </pc:spChg>
          <pc:spChg chg="add">
            <ac:chgData name="riya singh" userId="7abd632d42337e32" providerId="LiveId" clId="{A2BB9560-E8EC-4498-9591-1BC8A0E3267C}" dt="2026-06-09T19:25:45.699" v="117"/>
            <ac:spMkLst>
              <pc:docMk/>
              <pc:sldMasterMk cId="1197618281" sldId="2147483793"/>
              <pc:sldLayoutMk cId="4185919862" sldId="2147483799"/>
              <ac:spMk id="17" creationId="{3BCC2EBF-A074-EBD7-AC94-5C79D235A42C}"/>
            </ac:spMkLst>
          </pc:spChg>
          <pc:grpChg chg="add">
            <ac:chgData name="riya singh" userId="7abd632d42337e32" providerId="LiveId" clId="{A2BB9560-E8EC-4498-9591-1BC8A0E3267C}" dt="2026-06-09T19:25:45.699" v="117"/>
            <ac:grpSpMkLst>
              <pc:docMk/>
              <pc:sldMasterMk cId="1197618281" sldId="2147483793"/>
              <pc:sldLayoutMk cId="4185919862" sldId="2147483799"/>
              <ac:grpSpMk id="11" creationId="{9C0F9CB7-BB44-10CC-C1A9-A952924DB70A}"/>
            </ac:grpSpMkLst>
          </pc:grpChg>
          <pc:grpChg chg="add">
            <ac:chgData name="riya singh" userId="7abd632d42337e32" providerId="LiveId" clId="{A2BB9560-E8EC-4498-9591-1BC8A0E3267C}" dt="2026-06-09T19:25:45.699" v="117"/>
            <ac:grpSpMkLst>
              <pc:docMk/>
              <pc:sldMasterMk cId="1197618281" sldId="2147483793"/>
              <pc:sldLayoutMk cId="4185919862" sldId="2147483799"/>
              <ac:grpSpMk id="14" creationId="{E01D6218-2DBA-9A26-9F32-9FB83A6930BF}"/>
            </ac:grpSpMkLst>
          </pc:grpChg>
        </pc:sldLayoutChg>
        <pc:sldLayoutChg chg="addSp">
          <pc:chgData name="riya singh" userId="7abd632d42337e32" providerId="LiveId" clId="{A2BB9560-E8EC-4498-9591-1BC8A0E3267C}" dt="2026-06-09T19:25:45.699" v="117"/>
          <pc:sldLayoutMkLst>
            <pc:docMk/>
            <pc:sldMasterMk cId="1197618281" sldId="2147483793"/>
            <pc:sldLayoutMk cId="4043376180" sldId="2147483800"/>
          </pc:sldLayoutMkLst>
          <pc:spChg chg="add">
            <ac:chgData name="riya singh" userId="7abd632d42337e32" providerId="LiveId" clId="{A2BB9560-E8EC-4498-9591-1BC8A0E3267C}" dt="2026-06-09T19:25:45.699" v="117"/>
            <ac:spMkLst>
              <pc:docMk/>
              <pc:sldMasterMk cId="1197618281" sldId="2147483793"/>
              <pc:sldLayoutMk cId="4043376180" sldId="2147483800"/>
              <ac:spMk id="5" creationId="{44E26914-6115-DED4-3E7C-46A2BD35F754}"/>
            </ac:spMkLst>
          </pc:spChg>
          <pc:spChg chg="add">
            <ac:chgData name="riya singh" userId="7abd632d42337e32" providerId="LiveId" clId="{A2BB9560-E8EC-4498-9591-1BC8A0E3267C}" dt="2026-06-09T19:25:45.699" v="117"/>
            <ac:spMkLst>
              <pc:docMk/>
              <pc:sldMasterMk cId="1197618281" sldId="2147483793"/>
              <pc:sldLayoutMk cId="4043376180" sldId="2147483800"/>
              <ac:spMk id="6" creationId="{A8A48D1E-B671-BF99-9239-BD9A0EEA2D15}"/>
            </ac:spMkLst>
          </pc:spChg>
          <pc:spChg chg="add">
            <ac:chgData name="riya singh" userId="7abd632d42337e32" providerId="LiveId" clId="{A2BB9560-E8EC-4498-9591-1BC8A0E3267C}" dt="2026-06-09T19:25:45.699" v="117"/>
            <ac:spMkLst>
              <pc:docMk/>
              <pc:sldMasterMk cId="1197618281" sldId="2147483793"/>
              <pc:sldLayoutMk cId="4043376180" sldId="2147483800"/>
              <ac:spMk id="7" creationId="{0E897BD1-1412-923F-92E1-EBA0C5EB74A1}"/>
            </ac:spMkLst>
          </pc:spChg>
          <pc:spChg chg="add">
            <ac:chgData name="riya singh" userId="7abd632d42337e32" providerId="LiveId" clId="{A2BB9560-E8EC-4498-9591-1BC8A0E3267C}" dt="2026-06-09T19:25:45.699" v="117"/>
            <ac:spMkLst>
              <pc:docMk/>
              <pc:sldMasterMk cId="1197618281" sldId="2147483793"/>
              <pc:sldLayoutMk cId="4043376180" sldId="2147483800"/>
              <ac:spMk id="8" creationId="{A203786C-3ACC-3CCA-5729-C4819C430521}"/>
            </ac:spMkLst>
          </pc:spChg>
          <pc:spChg chg="add">
            <ac:chgData name="riya singh" userId="7abd632d42337e32" providerId="LiveId" clId="{A2BB9560-E8EC-4498-9591-1BC8A0E3267C}" dt="2026-06-09T19:25:45.699" v="117"/>
            <ac:spMkLst>
              <pc:docMk/>
              <pc:sldMasterMk cId="1197618281" sldId="2147483793"/>
              <pc:sldLayoutMk cId="4043376180" sldId="2147483800"/>
              <ac:spMk id="9" creationId="{E49CBE7B-32BF-7587-B3BF-207DF819EE9D}"/>
            </ac:spMkLst>
          </pc:spChg>
          <pc:spChg chg="add">
            <ac:chgData name="riya singh" userId="7abd632d42337e32" providerId="LiveId" clId="{A2BB9560-E8EC-4498-9591-1BC8A0E3267C}" dt="2026-06-09T19:25:45.699" v="117"/>
            <ac:spMkLst>
              <pc:docMk/>
              <pc:sldMasterMk cId="1197618281" sldId="2147483793"/>
              <pc:sldLayoutMk cId="4043376180" sldId="2147483800"/>
              <ac:spMk id="13" creationId="{897322FF-DF1D-8B84-F3EA-736E2C629DEA}"/>
            </ac:spMkLst>
          </pc:spChg>
          <pc:grpChg chg="add">
            <ac:chgData name="riya singh" userId="7abd632d42337e32" providerId="LiveId" clId="{A2BB9560-E8EC-4498-9591-1BC8A0E3267C}" dt="2026-06-09T19:25:45.699" v="117"/>
            <ac:grpSpMkLst>
              <pc:docMk/>
              <pc:sldMasterMk cId="1197618281" sldId="2147483793"/>
              <pc:sldLayoutMk cId="4043376180" sldId="2147483800"/>
              <ac:grpSpMk id="10" creationId="{3D78E561-24A4-B068-0ABD-979F17372337}"/>
            </ac:grpSpMkLst>
          </pc:grpChg>
        </pc:sldLayoutChg>
        <pc:sldLayoutChg chg="addSp">
          <pc:chgData name="riya singh" userId="7abd632d42337e32" providerId="LiveId" clId="{A2BB9560-E8EC-4498-9591-1BC8A0E3267C}" dt="2026-06-09T19:25:45.699" v="117"/>
          <pc:sldLayoutMkLst>
            <pc:docMk/>
            <pc:sldMasterMk cId="1197618281" sldId="2147483793"/>
            <pc:sldLayoutMk cId="2462025501" sldId="2147483801"/>
          </pc:sldLayoutMkLst>
          <pc:spChg chg="add">
            <ac:chgData name="riya singh" userId="7abd632d42337e32" providerId="LiveId" clId="{A2BB9560-E8EC-4498-9591-1BC8A0E3267C}" dt="2026-06-09T19:25:45.699" v="117"/>
            <ac:spMkLst>
              <pc:docMk/>
              <pc:sldMasterMk cId="1197618281" sldId="2147483793"/>
              <pc:sldLayoutMk cId="2462025501" sldId="2147483801"/>
              <ac:spMk id="8" creationId="{6E34A27E-728C-9166-3AB9-DE72FF4F4F84}"/>
            </ac:spMkLst>
          </pc:spChg>
          <pc:spChg chg="add">
            <ac:chgData name="riya singh" userId="7abd632d42337e32" providerId="LiveId" clId="{A2BB9560-E8EC-4498-9591-1BC8A0E3267C}" dt="2026-06-09T19:25:45.699" v="117"/>
            <ac:spMkLst>
              <pc:docMk/>
              <pc:sldMasterMk cId="1197618281" sldId="2147483793"/>
              <pc:sldLayoutMk cId="2462025501" sldId="2147483801"/>
              <ac:spMk id="9" creationId="{4BB4FD0F-BA6C-E6B6-78D3-79465F65538F}"/>
            </ac:spMkLst>
          </pc:spChg>
          <pc:spChg chg="add">
            <ac:chgData name="riya singh" userId="7abd632d42337e32" providerId="LiveId" clId="{A2BB9560-E8EC-4498-9591-1BC8A0E3267C}" dt="2026-06-09T19:25:45.699" v="117"/>
            <ac:spMkLst>
              <pc:docMk/>
              <pc:sldMasterMk cId="1197618281" sldId="2147483793"/>
              <pc:sldLayoutMk cId="2462025501" sldId="2147483801"/>
              <ac:spMk id="10" creationId="{29DA095F-9B70-0CD2-26A3-F04086C9A609}"/>
            </ac:spMkLst>
          </pc:spChg>
          <pc:spChg chg="add">
            <ac:chgData name="riya singh" userId="7abd632d42337e32" providerId="LiveId" clId="{A2BB9560-E8EC-4498-9591-1BC8A0E3267C}" dt="2026-06-09T19:25:45.699" v="117"/>
            <ac:spMkLst>
              <pc:docMk/>
              <pc:sldMasterMk cId="1197618281" sldId="2147483793"/>
              <pc:sldLayoutMk cId="2462025501" sldId="2147483801"/>
              <ac:spMk id="11" creationId="{A383F30A-EA1B-84B1-C765-830CBC1B9EA8}"/>
            </ac:spMkLst>
          </pc:spChg>
          <pc:spChg chg="add">
            <ac:chgData name="riya singh" userId="7abd632d42337e32" providerId="LiveId" clId="{A2BB9560-E8EC-4498-9591-1BC8A0E3267C}" dt="2026-06-09T19:25:45.699" v="117"/>
            <ac:spMkLst>
              <pc:docMk/>
              <pc:sldMasterMk cId="1197618281" sldId="2147483793"/>
              <pc:sldLayoutMk cId="2462025501" sldId="2147483801"/>
              <ac:spMk id="12" creationId="{E0721D1E-3E7A-2F9D-65B8-5EA62E6285BB}"/>
            </ac:spMkLst>
          </pc:spChg>
          <pc:spChg chg="add">
            <ac:chgData name="riya singh" userId="7abd632d42337e32" providerId="LiveId" clId="{A2BB9560-E8EC-4498-9591-1BC8A0E3267C}" dt="2026-06-09T19:25:45.699" v="117"/>
            <ac:spMkLst>
              <pc:docMk/>
              <pc:sldMasterMk cId="1197618281" sldId="2147483793"/>
              <pc:sldLayoutMk cId="2462025501" sldId="2147483801"/>
              <ac:spMk id="19" creationId="{81842871-2B16-89D0-C39D-F37FBE015508}"/>
            </ac:spMkLst>
          </pc:spChg>
          <pc:grpChg chg="add">
            <ac:chgData name="riya singh" userId="7abd632d42337e32" providerId="LiveId" clId="{A2BB9560-E8EC-4498-9591-1BC8A0E3267C}" dt="2026-06-09T19:25:45.699" v="117"/>
            <ac:grpSpMkLst>
              <pc:docMk/>
              <pc:sldMasterMk cId="1197618281" sldId="2147483793"/>
              <pc:sldLayoutMk cId="2462025501" sldId="2147483801"/>
              <ac:grpSpMk id="13" creationId="{B922A05E-7E70-CD00-7942-97066B63AD5E}"/>
            </ac:grpSpMkLst>
          </pc:grpChg>
          <pc:grpChg chg="add">
            <ac:chgData name="riya singh" userId="7abd632d42337e32" providerId="LiveId" clId="{A2BB9560-E8EC-4498-9591-1BC8A0E3267C}" dt="2026-06-09T19:25:45.699" v="117"/>
            <ac:grpSpMkLst>
              <pc:docMk/>
              <pc:sldMasterMk cId="1197618281" sldId="2147483793"/>
              <pc:sldLayoutMk cId="2462025501" sldId="2147483801"/>
              <ac:grpSpMk id="16" creationId="{C7E46C80-3467-E547-1C5A-538EC2478D1B}"/>
            </ac:grpSpMkLst>
          </pc:grpChg>
        </pc:sldLayoutChg>
        <pc:sldLayoutChg chg="addSp">
          <pc:chgData name="riya singh" userId="7abd632d42337e32" providerId="LiveId" clId="{A2BB9560-E8EC-4498-9591-1BC8A0E3267C}" dt="2026-06-09T19:25:45.699" v="117"/>
          <pc:sldLayoutMkLst>
            <pc:docMk/>
            <pc:sldMasterMk cId="1197618281" sldId="2147483793"/>
            <pc:sldLayoutMk cId="1793111173" sldId="2147483802"/>
          </pc:sldLayoutMkLst>
          <pc:spChg chg="add">
            <ac:chgData name="riya singh" userId="7abd632d42337e32" providerId="LiveId" clId="{A2BB9560-E8EC-4498-9591-1BC8A0E3267C}" dt="2026-06-09T19:25:45.699" v="117"/>
            <ac:spMkLst>
              <pc:docMk/>
              <pc:sldMasterMk cId="1197618281" sldId="2147483793"/>
              <pc:sldLayoutMk cId="1793111173" sldId="2147483802"/>
              <ac:spMk id="3" creationId="{3B13F07F-B254-7395-F0C2-5A4311189158}"/>
            </ac:spMkLst>
          </pc:spChg>
          <pc:spChg chg="add">
            <ac:chgData name="riya singh" userId="7abd632d42337e32" providerId="LiveId" clId="{A2BB9560-E8EC-4498-9591-1BC8A0E3267C}" dt="2026-06-09T19:25:45.699" v="117"/>
            <ac:spMkLst>
              <pc:docMk/>
              <pc:sldMasterMk cId="1197618281" sldId="2147483793"/>
              <pc:sldLayoutMk cId="1793111173" sldId="2147483802"/>
              <ac:spMk id="8" creationId="{05B11C19-D193-4109-E643-F2640CB2231C}"/>
            </ac:spMkLst>
          </pc:spChg>
          <pc:spChg chg="add">
            <ac:chgData name="riya singh" userId="7abd632d42337e32" providerId="LiveId" clId="{A2BB9560-E8EC-4498-9591-1BC8A0E3267C}" dt="2026-06-09T19:25:45.699" v="117"/>
            <ac:spMkLst>
              <pc:docMk/>
              <pc:sldMasterMk cId="1197618281" sldId="2147483793"/>
              <pc:sldLayoutMk cId="1793111173" sldId="2147483802"/>
              <ac:spMk id="9" creationId="{6D631BFB-2ED2-8B57-B40C-18EA9B1ADC46}"/>
            </ac:spMkLst>
          </pc:spChg>
          <pc:spChg chg="add">
            <ac:chgData name="riya singh" userId="7abd632d42337e32" providerId="LiveId" clId="{A2BB9560-E8EC-4498-9591-1BC8A0E3267C}" dt="2026-06-09T19:25:45.699" v="117"/>
            <ac:spMkLst>
              <pc:docMk/>
              <pc:sldMasterMk cId="1197618281" sldId="2147483793"/>
              <pc:sldLayoutMk cId="1793111173" sldId="2147483802"/>
              <ac:spMk id="10" creationId="{294EC0A6-6769-93B1-131E-6E27BC580399}"/>
            </ac:spMkLst>
          </pc:spChg>
          <pc:spChg chg="add">
            <ac:chgData name="riya singh" userId="7abd632d42337e32" providerId="LiveId" clId="{A2BB9560-E8EC-4498-9591-1BC8A0E3267C}" dt="2026-06-09T19:25:45.699" v="117"/>
            <ac:spMkLst>
              <pc:docMk/>
              <pc:sldMasterMk cId="1197618281" sldId="2147483793"/>
              <pc:sldLayoutMk cId="1793111173" sldId="2147483802"/>
              <ac:spMk id="11" creationId="{5BA1D048-1751-A3F0-32D9-EACDE30B5E89}"/>
            </ac:spMkLst>
          </pc:spChg>
          <pc:spChg chg="add">
            <ac:chgData name="riya singh" userId="7abd632d42337e32" providerId="LiveId" clId="{A2BB9560-E8EC-4498-9591-1BC8A0E3267C}" dt="2026-06-09T19:25:45.699" v="117"/>
            <ac:spMkLst>
              <pc:docMk/>
              <pc:sldMasterMk cId="1197618281" sldId="2147483793"/>
              <pc:sldLayoutMk cId="1793111173" sldId="2147483802"/>
              <ac:spMk id="19" creationId="{61036517-7D4F-A5C1-328F-6ED9407E4AC0}"/>
            </ac:spMkLst>
          </pc:spChg>
          <pc:grpChg chg="add">
            <ac:chgData name="riya singh" userId="7abd632d42337e32" providerId="LiveId" clId="{A2BB9560-E8EC-4498-9591-1BC8A0E3267C}" dt="2026-06-09T19:25:45.699" v="117"/>
            <ac:grpSpMkLst>
              <pc:docMk/>
              <pc:sldMasterMk cId="1197618281" sldId="2147483793"/>
              <pc:sldLayoutMk cId="1793111173" sldId="2147483802"/>
              <ac:grpSpMk id="12" creationId="{D6C1EEEF-8A01-AD42-FBA0-86AE5A607535}"/>
            </ac:grpSpMkLst>
          </pc:grpChg>
          <pc:grpChg chg="add">
            <ac:chgData name="riya singh" userId="7abd632d42337e32" providerId="LiveId" clId="{A2BB9560-E8EC-4498-9591-1BC8A0E3267C}" dt="2026-06-09T19:25:45.699" v="117"/>
            <ac:grpSpMkLst>
              <pc:docMk/>
              <pc:sldMasterMk cId="1197618281" sldId="2147483793"/>
              <pc:sldLayoutMk cId="1793111173" sldId="2147483802"/>
              <ac:grpSpMk id="16" creationId="{5AC1C4C1-14C7-2F11-856C-166C5D327242}"/>
            </ac:grpSpMkLst>
          </pc:grpChg>
        </pc:sldLayoutChg>
      </pc:sldMasterChg>
      <pc:sldMasterChg chg="addSp modSldLayout">
        <pc:chgData name="riya singh" userId="7abd632d42337e32" providerId="LiveId" clId="{A2BB9560-E8EC-4498-9591-1BC8A0E3267C}" dt="2026-06-09T19:25:57.922" v="118"/>
        <pc:sldMasterMkLst>
          <pc:docMk/>
          <pc:sldMasterMk cId="3999304241" sldId="2147483813"/>
        </pc:sldMasterMkLst>
        <pc:spChg chg="add">
          <ac:chgData name="riya singh" userId="7abd632d42337e32" providerId="LiveId" clId="{A2BB9560-E8EC-4498-9591-1BC8A0E3267C}" dt="2026-06-09T19:25:57.922" v="118"/>
          <ac:spMkLst>
            <pc:docMk/>
            <pc:sldMasterMk cId="3999304241" sldId="2147483813"/>
            <ac:spMk id="7" creationId="{DF9DA9BB-BF59-C7FE-42E5-5DB59CB68724}"/>
          </ac:spMkLst>
        </pc:spChg>
        <pc:spChg chg="add">
          <ac:chgData name="riya singh" userId="7abd632d42337e32" providerId="LiveId" clId="{A2BB9560-E8EC-4498-9591-1BC8A0E3267C}" dt="2026-06-09T19:25:57.922" v="118"/>
          <ac:spMkLst>
            <pc:docMk/>
            <pc:sldMasterMk cId="3999304241" sldId="2147483813"/>
            <ac:spMk id="8" creationId="{BA919FE2-00EB-37CD-3CE5-D0A49BB1BDBD}"/>
          </ac:spMkLst>
        </pc:spChg>
        <pc:spChg chg="add">
          <ac:chgData name="riya singh" userId="7abd632d42337e32" providerId="LiveId" clId="{A2BB9560-E8EC-4498-9591-1BC8A0E3267C}" dt="2026-06-09T19:25:57.922" v="118"/>
          <ac:spMkLst>
            <pc:docMk/>
            <pc:sldMasterMk cId="3999304241" sldId="2147483813"/>
            <ac:spMk id="9" creationId="{491741FD-1377-477E-58F9-9030B0B69F3E}"/>
          </ac:spMkLst>
        </pc:spChg>
        <pc:spChg chg="add">
          <ac:chgData name="riya singh" userId="7abd632d42337e32" providerId="LiveId" clId="{A2BB9560-E8EC-4498-9591-1BC8A0E3267C}" dt="2026-06-09T19:25:57.922" v="118"/>
          <ac:spMkLst>
            <pc:docMk/>
            <pc:sldMasterMk cId="3999304241" sldId="2147483813"/>
            <ac:spMk id="10" creationId="{E9ED7058-6822-9A2A-E5FE-EF9DA58B4A19}"/>
          </ac:spMkLst>
        </pc:spChg>
        <pc:spChg chg="add">
          <ac:chgData name="riya singh" userId="7abd632d42337e32" providerId="LiveId" clId="{A2BB9560-E8EC-4498-9591-1BC8A0E3267C}" dt="2026-06-09T19:25:57.922" v="118"/>
          <ac:spMkLst>
            <pc:docMk/>
            <pc:sldMasterMk cId="3999304241" sldId="2147483813"/>
            <ac:spMk id="11" creationId="{BA04CB2A-1C0E-332D-EBC2-686DD5F722BB}"/>
          </ac:spMkLst>
        </pc:spChg>
        <pc:spChg chg="add">
          <ac:chgData name="riya singh" userId="7abd632d42337e32" providerId="LiveId" clId="{A2BB9560-E8EC-4498-9591-1BC8A0E3267C}" dt="2026-06-09T19:25:57.922" v="118"/>
          <ac:spMkLst>
            <pc:docMk/>
            <pc:sldMasterMk cId="3999304241" sldId="2147483813"/>
            <ac:spMk id="12" creationId="{52123BA9-87AE-85B7-D7D2-48DE6891ED42}"/>
          </ac:spMkLst>
        </pc:spChg>
        <pc:spChg chg="add">
          <ac:chgData name="riya singh" userId="7abd632d42337e32" providerId="LiveId" clId="{A2BB9560-E8EC-4498-9591-1BC8A0E3267C}" dt="2026-06-09T19:25:57.922" v="118"/>
          <ac:spMkLst>
            <pc:docMk/>
            <pc:sldMasterMk cId="3999304241" sldId="2147483813"/>
            <ac:spMk id="19" creationId="{CBE03B60-5FA3-EF87-2004-15EF699046F5}"/>
          </ac:spMkLst>
        </pc:spChg>
        <pc:spChg chg="add">
          <ac:chgData name="riya singh" userId="7abd632d42337e32" providerId="LiveId" clId="{A2BB9560-E8EC-4498-9591-1BC8A0E3267C}" dt="2026-06-09T19:25:57.922" v="118"/>
          <ac:spMkLst>
            <pc:docMk/>
            <pc:sldMasterMk cId="3999304241" sldId="2147483813"/>
            <ac:spMk id="20" creationId="{B1436784-76F4-1213-DE8F-B4971662840A}"/>
          </ac:spMkLst>
        </pc:spChg>
        <pc:grpChg chg="add">
          <ac:chgData name="riya singh" userId="7abd632d42337e32" providerId="LiveId" clId="{A2BB9560-E8EC-4498-9591-1BC8A0E3267C}" dt="2026-06-09T19:25:57.922" v="118"/>
          <ac:grpSpMkLst>
            <pc:docMk/>
            <pc:sldMasterMk cId="3999304241" sldId="2147483813"/>
            <ac:grpSpMk id="13" creationId="{2B39939F-A3DF-0C7B-46D3-57E17B114F3C}"/>
          </ac:grpSpMkLst>
        </pc:grpChg>
        <pc:grpChg chg="add">
          <ac:chgData name="riya singh" userId="7abd632d42337e32" providerId="LiveId" clId="{A2BB9560-E8EC-4498-9591-1BC8A0E3267C}" dt="2026-06-09T19:25:57.922" v="118"/>
          <ac:grpSpMkLst>
            <pc:docMk/>
            <pc:sldMasterMk cId="3999304241" sldId="2147483813"/>
            <ac:grpSpMk id="16" creationId="{027B1198-D5B3-C4E5-88C5-729C5BB50BB5}"/>
          </ac:grpSpMkLst>
        </pc:grpChg>
        <pc:sldLayoutChg chg="addSp">
          <pc:chgData name="riya singh" userId="7abd632d42337e32" providerId="LiveId" clId="{A2BB9560-E8EC-4498-9591-1BC8A0E3267C}" dt="2026-06-09T19:25:57.922" v="118"/>
          <pc:sldLayoutMkLst>
            <pc:docMk/>
            <pc:sldMasterMk cId="3999304241" sldId="2147483813"/>
            <pc:sldLayoutMk cId="3062718778" sldId="2147483814"/>
          </pc:sldLayoutMkLst>
          <pc:spChg chg="add">
            <ac:chgData name="riya singh" userId="7abd632d42337e32" providerId="LiveId" clId="{A2BB9560-E8EC-4498-9591-1BC8A0E3267C}" dt="2026-06-09T19:25:57.922" v="118"/>
            <ac:spMkLst>
              <pc:docMk/>
              <pc:sldMasterMk cId="3999304241" sldId="2147483813"/>
              <pc:sldLayoutMk cId="3062718778" sldId="2147483814"/>
              <ac:spMk id="7" creationId="{EBE7E2AD-C3DE-B092-FE3F-B17D3B8CA5AC}"/>
            </ac:spMkLst>
          </pc:spChg>
          <pc:grpChg chg="add">
            <ac:chgData name="riya singh" userId="7abd632d42337e32" providerId="LiveId" clId="{A2BB9560-E8EC-4498-9591-1BC8A0E3267C}" dt="2026-06-09T19:25:57.922" v="118"/>
            <ac:grpSpMkLst>
              <pc:docMk/>
              <pc:sldMasterMk cId="3999304241" sldId="2147483813"/>
              <pc:sldLayoutMk cId="3062718778" sldId="2147483814"/>
              <ac:grpSpMk id="8" creationId="{D6A3FDCC-1F46-63D7-0003-A40355D59A1B}"/>
            </ac:grpSpMkLst>
          </pc:grpChg>
        </pc:sldLayoutChg>
        <pc:sldLayoutChg chg="addSp">
          <pc:chgData name="riya singh" userId="7abd632d42337e32" providerId="LiveId" clId="{A2BB9560-E8EC-4498-9591-1BC8A0E3267C}" dt="2026-06-09T19:25:57.922" v="118"/>
          <pc:sldLayoutMkLst>
            <pc:docMk/>
            <pc:sldMasterMk cId="3999304241" sldId="2147483813"/>
            <pc:sldLayoutMk cId="321209914" sldId="2147483815"/>
          </pc:sldLayoutMkLst>
          <pc:spChg chg="add">
            <ac:chgData name="riya singh" userId="7abd632d42337e32" providerId="LiveId" clId="{A2BB9560-E8EC-4498-9591-1BC8A0E3267C}" dt="2026-06-09T19:25:57.922" v="118"/>
            <ac:spMkLst>
              <pc:docMk/>
              <pc:sldMasterMk cId="3999304241" sldId="2147483813"/>
              <pc:sldLayoutMk cId="321209914" sldId="2147483815"/>
              <ac:spMk id="7" creationId="{C4691BB3-D28B-974E-1FAC-8E8FC5ECA14A}"/>
            </ac:spMkLst>
          </pc:spChg>
          <pc:spChg chg="add">
            <ac:chgData name="riya singh" userId="7abd632d42337e32" providerId="LiveId" clId="{A2BB9560-E8EC-4498-9591-1BC8A0E3267C}" dt="2026-06-09T19:25:57.922" v="118"/>
            <ac:spMkLst>
              <pc:docMk/>
              <pc:sldMasterMk cId="3999304241" sldId="2147483813"/>
              <pc:sldLayoutMk cId="321209914" sldId="2147483815"/>
              <ac:spMk id="8" creationId="{ECE44035-251C-3E2C-C84C-33BE373C304D}"/>
            </ac:spMkLst>
          </pc:spChg>
          <pc:spChg chg="add">
            <ac:chgData name="riya singh" userId="7abd632d42337e32" providerId="LiveId" clId="{A2BB9560-E8EC-4498-9591-1BC8A0E3267C}" dt="2026-06-09T19:25:57.922" v="118"/>
            <ac:spMkLst>
              <pc:docMk/>
              <pc:sldMasterMk cId="3999304241" sldId="2147483813"/>
              <pc:sldLayoutMk cId="321209914" sldId="2147483815"/>
              <ac:spMk id="9" creationId="{D6FF9F04-9DF1-C910-4591-4B07FEDC490D}"/>
            </ac:spMkLst>
          </pc:spChg>
          <pc:spChg chg="add">
            <ac:chgData name="riya singh" userId="7abd632d42337e32" providerId="LiveId" clId="{A2BB9560-E8EC-4498-9591-1BC8A0E3267C}" dt="2026-06-09T19:25:57.922" v="118"/>
            <ac:spMkLst>
              <pc:docMk/>
              <pc:sldMasterMk cId="3999304241" sldId="2147483813"/>
              <pc:sldLayoutMk cId="321209914" sldId="2147483815"/>
              <ac:spMk id="10" creationId="{2D39A23E-B2D8-8E2E-31B7-EF9856B330E7}"/>
            </ac:spMkLst>
          </pc:spChg>
          <pc:spChg chg="add">
            <ac:chgData name="riya singh" userId="7abd632d42337e32" providerId="LiveId" clId="{A2BB9560-E8EC-4498-9591-1BC8A0E3267C}" dt="2026-06-09T19:25:57.922" v="118"/>
            <ac:spMkLst>
              <pc:docMk/>
              <pc:sldMasterMk cId="3999304241" sldId="2147483813"/>
              <pc:sldLayoutMk cId="321209914" sldId="2147483815"/>
              <ac:spMk id="11" creationId="{6FED10FB-D0B0-A7FE-5FAF-5483F36284C7}"/>
            </ac:spMkLst>
          </pc:spChg>
          <pc:spChg chg="add">
            <ac:chgData name="riya singh" userId="7abd632d42337e32" providerId="LiveId" clId="{A2BB9560-E8EC-4498-9591-1BC8A0E3267C}" dt="2026-06-09T19:25:57.922" v="118"/>
            <ac:spMkLst>
              <pc:docMk/>
              <pc:sldMasterMk cId="3999304241" sldId="2147483813"/>
              <pc:sldLayoutMk cId="321209914" sldId="2147483815"/>
              <ac:spMk id="18" creationId="{44E6CB7C-6609-912B-383C-D028DB4EEAA3}"/>
            </ac:spMkLst>
          </pc:spChg>
          <pc:grpChg chg="add">
            <ac:chgData name="riya singh" userId="7abd632d42337e32" providerId="LiveId" clId="{A2BB9560-E8EC-4498-9591-1BC8A0E3267C}" dt="2026-06-09T19:25:57.922" v="118"/>
            <ac:grpSpMkLst>
              <pc:docMk/>
              <pc:sldMasterMk cId="3999304241" sldId="2147483813"/>
              <pc:sldLayoutMk cId="321209914" sldId="2147483815"/>
              <ac:grpSpMk id="12" creationId="{CCAEDAB8-687B-4B1B-17B0-F8CD87CC9500}"/>
            </ac:grpSpMkLst>
          </pc:grpChg>
          <pc:grpChg chg="add">
            <ac:chgData name="riya singh" userId="7abd632d42337e32" providerId="LiveId" clId="{A2BB9560-E8EC-4498-9591-1BC8A0E3267C}" dt="2026-06-09T19:25:57.922" v="118"/>
            <ac:grpSpMkLst>
              <pc:docMk/>
              <pc:sldMasterMk cId="3999304241" sldId="2147483813"/>
              <pc:sldLayoutMk cId="321209914" sldId="2147483815"/>
              <ac:grpSpMk id="15" creationId="{0AE58EB4-7F03-7E91-B803-8E109E67BB60}"/>
            </ac:grpSpMkLst>
          </pc:grpChg>
        </pc:sldLayoutChg>
        <pc:sldLayoutChg chg="addSp">
          <pc:chgData name="riya singh" userId="7abd632d42337e32" providerId="LiveId" clId="{A2BB9560-E8EC-4498-9591-1BC8A0E3267C}" dt="2026-06-09T19:25:57.922" v="118"/>
          <pc:sldLayoutMkLst>
            <pc:docMk/>
            <pc:sldMasterMk cId="3999304241" sldId="2147483813"/>
            <pc:sldLayoutMk cId="2885553148" sldId="2147483816"/>
          </pc:sldLayoutMkLst>
          <pc:spChg chg="add">
            <ac:chgData name="riya singh" userId="7abd632d42337e32" providerId="LiveId" clId="{A2BB9560-E8EC-4498-9591-1BC8A0E3267C}" dt="2026-06-09T19:25:57.922" v="118"/>
            <ac:spMkLst>
              <pc:docMk/>
              <pc:sldMasterMk cId="3999304241" sldId="2147483813"/>
              <pc:sldLayoutMk cId="2885553148" sldId="2147483816"/>
              <ac:spMk id="7" creationId="{2C07C65A-BCFB-5C32-BA74-459F59BF05CF}"/>
            </ac:spMkLst>
          </pc:spChg>
          <pc:spChg chg="add">
            <ac:chgData name="riya singh" userId="7abd632d42337e32" providerId="LiveId" clId="{A2BB9560-E8EC-4498-9591-1BC8A0E3267C}" dt="2026-06-09T19:25:57.922" v="118"/>
            <ac:spMkLst>
              <pc:docMk/>
              <pc:sldMasterMk cId="3999304241" sldId="2147483813"/>
              <pc:sldLayoutMk cId="2885553148" sldId="2147483816"/>
              <ac:spMk id="8" creationId="{B009AEB4-530A-D6C4-C1E2-A6B3775B9961}"/>
            </ac:spMkLst>
          </pc:spChg>
          <pc:spChg chg="add">
            <ac:chgData name="riya singh" userId="7abd632d42337e32" providerId="LiveId" clId="{A2BB9560-E8EC-4498-9591-1BC8A0E3267C}" dt="2026-06-09T19:25:57.922" v="118"/>
            <ac:spMkLst>
              <pc:docMk/>
              <pc:sldMasterMk cId="3999304241" sldId="2147483813"/>
              <pc:sldLayoutMk cId="2885553148" sldId="2147483816"/>
              <ac:spMk id="9" creationId="{1052955D-643C-1A9E-6A79-C45BFDE8AC54}"/>
            </ac:spMkLst>
          </pc:spChg>
          <pc:spChg chg="add">
            <ac:chgData name="riya singh" userId="7abd632d42337e32" providerId="LiveId" clId="{A2BB9560-E8EC-4498-9591-1BC8A0E3267C}" dt="2026-06-09T19:25:57.922" v="118"/>
            <ac:spMkLst>
              <pc:docMk/>
              <pc:sldMasterMk cId="3999304241" sldId="2147483813"/>
              <pc:sldLayoutMk cId="2885553148" sldId="2147483816"/>
              <ac:spMk id="10" creationId="{9CF737DD-9413-46E7-A484-A208E678DAF8}"/>
            </ac:spMkLst>
          </pc:spChg>
          <pc:spChg chg="add">
            <ac:chgData name="riya singh" userId="7abd632d42337e32" providerId="LiveId" clId="{A2BB9560-E8EC-4498-9591-1BC8A0E3267C}" dt="2026-06-09T19:25:57.922" v="118"/>
            <ac:spMkLst>
              <pc:docMk/>
              <pc:sldMasterMk cId="3999304241" sldId="2147483813"/>
              <pc:sldLayoutMk cId="2885553148" sldId="2147483816"/>
              <ac:spMk id="11" creationId="{981A5B97-0B7C-FCC9-197C-6FEC7765B470}"/>
            </ac:spMkLst>
          </pc:spChg>
          <pc:spChg chg="add">
            <ac:chgData name="riya singh" userId="7abd632d42337e32" providerId="LiveId" clId="{A2BB9560-E8EC-4498-9591-1BC8A0E3267C}" dt="2026-06-09T19:25:57.922" v="118"/>
            <ac:spMkLst>
              <pc:docMk/>
              <pc:sldMasterMk cId="3999304241" sldId="2147483813"/>
              <pc:sldLayoutMk cId="2885553148" sldId="2147483816"/>
              <ac:spMk id="12" creationId="{6D5D2678-502B-2033-E8CC-BA9DDB03B2C9}"/>
            </ac:spMkLst>
          </pc:spChg>
          <pc:spChg chg="add">
            <ac:chgData name="riya singh" userId="7abd632d42337e32" providerId="LiveId" clId="{A2BB9560-E8EC-4498-9591-1BC8A0E3267C}" dt="2026-06-09T19:25:57.922" v="118"/>
            <ac:spMkLst>
              <pc:docMk/>
              <pc:sldMasterMk cId="3999304241" sldId="2147483813"/>
              <pc:sldLayoutMk cId="2885553148" sldId="2147483816"/>
              <ac:spMk id="13" creationId="{E1282925-5733-B3C4-FC67-72272D688D04}"/>
            </ac:spMkLst>
          </pc:spChg>
          <pc:spChg chg="add">
            <ac:chgData name="riya singh" userId="7abd632d42337e32" providerId="LiveId" clId="{A2BB9560-E8EC-4498-9591-1BC8A0E3267C}" dt="2026-06-09T19:25:57.922" v="118"/>
            <ac:spMkLst>
              <pc:docMk/>
              <pc:sldMasterMk cId="3999304241" sldId="2147483813"/>
              <pc:sldLayoutMk cId="2885553148" sldId="2147483816"/>
              <ac:spMk id="14" creationId="{4C717422-3C1B-72E8-41A1-B45CD32BE05F}"/>
            </ac:spMkLst>
          </pc:spChg>
          <pc:spChg chg="add">
            <ac:chgData name="riya singh" userId="7abd632d42337e32" providerId="LiveId" clId="{A2BB9560-E8EC-4498-9591-1BC8A0E3267C}" dt="2026-06-09T19:25:57.922" v="118"/>
            <ac:spMkLst>
              <pc:docMk/>
              <pc:sldMasterMk cId="3999304241" sldId="2147483813"/>
              <pc:sldLayoutMk cId="2885553148" sldId="2147483816"/>
              <ac:spMk id="15" creationId="{19D4A8AD-F6D8-5ACF-8FB2-6465940B1522}"/>
            </ac:spMkLst>
          </pc:spChg>
          <pc:grpChg chg="add">
            <ac:chgData name="riya singh" userId="7abd632d42337e32" providerId="LiveId" clId="{A2BB9560-E8EC-4498-9591-1BC8A0E3267C}" dt="2026-06-09T19:25:57.922" v="118"/>
            <ac:grpSpMkLst>
              <pc:docMk/>
              <pc:sldMasterMk cId="3999304241" sldId="2147483813"/>
              <pc:sldLayoutMk cId="2885553148" sldId="2147483816"/>
              <ac:grpSpMk id="16" creationId="{6ACBE85F-B2B8-4253-7237-351CFAAD5CA0}"/>
            </ac:grpSpMkLst>
          </pc:grpChg>
        </pc:sldLayoutChg>
        <pc:sldLayoutChg chg="addSp">
          <pc:chgData name="riya singh" userId="7abd632d42337e32" providerId="LiveId" clId="{A2BB9560-E8EC-4498-9591-1BC8A0E3267C}" dt="2026-06-09T19:25:57.922" v="118"/>
          <pc:sldLayoutMkLst>
            <pc:docMk/>
            <pc:sldMasterMk cId="3999304241" sldId="2147483813"/>
            <pc:sldLayoutMk cId="3718753687" sldId="2147483817"/>
          </pc:sldLayoutMkLst>
          <pc:spChg chg="add">
            <ac:chgData name="riya singh" userId="7abd632d42337e32" providerId="LiveId" clId="{A2BB9560-E8EC-4498-9591-1BC8A0E3267C}" dt="2026-06-09T19:25:57.922" v="118"/>
            <ac:spMkLst>
              <pc:docMk/>
              <pc:sldMasterMk cId="3999304241" sldId="2147483813"/>
              <pc:sldLayoutMk cId="3718753687" sldId="2147483817"/>
              <ac:spMk id="8" creationId="{E132D124-1AAB-AE97-2A13-550BB295F630}"/>
            </ac:spMkLst>
          </pc:spChg>
          <pc:spChg chg="add">
            <ac:chgData name="riya singh" userId="7abd632d42337e32" providerId="LiveId" clId="{A2BB9560-E8EC-4498-9591-1BC8A0E3267C}" dt="2026-06-09T19:25:57.922" v="118"/>
            <ac:spMkLst>
              <pc:docMk/>
              <pc:sldMasterMk cId="3999304241" sldId="2147483813"/>
              <pc:sldLayoutMk cId="3718753687" sldId="2147483817"/>
              <ac:spMk id="9" creationId="{7EF5411C-ED6F-5ED4-A490-D482453CC140}"/>
            </ac:spMkLst>
          </pc:spChg>
          <pc:spChg chg="add">
            <ac:chgData name="riya singh" userId="7abd632d42337e32" providerId="LiveId" clId="{A2BB9560-E8EC-4498-9591-1BC8A0E3267C}" dt="2026-06-09T19:25:57.922" v="118"/>
            <ac:spMkLst>
              <pc:docMk/>
              <pc:sldMasterMk cId="3999304241" sldId="2147483813"/>
              <pc:sldLayoutMk cId="3718753687" sldId="2147483817"/>
              <ac:spMk id="10" creationId="{3E8915ED-84F4-F3E2-7A99-0D73CCB65B0E}"/>
            </ac:spMkLst>
          </pc:spChg>
          <pc:spChg chg="add">
            <ac:chgData name="riya singh" userId="7abd632d42337e32" providerId="LiveId" clId="{A2BB9560-E8EC-4498-9591-1BC8A0E3267C}" dt="2026-06-09T19:25:57.922" v="118"/>
            <ac:spMkLst>
              <pc:docMk/>
              <pc:sldMasterMk cId="3999304241" sldId="2147483813"/>
              <pc:sldLayoutMk cId="3718753687" sldId="2147483817"/>
              <ac:spMk id="11" creationId="{4228622F-B3BC-D23A-CB8E-E403E2002D34}"/>
            </ac:spMkLst>
          </pc:spChg>
          <pc:spChg chg="add">
            <ac:chgData name="riya singh" userId="7abd632d42337e32" providerId="LiveId" clId="{A2BB9560-E8EC-4498-9591-1BC8A0E3267C}" dt="2026-06-09T19:25:57.922" v="118"/>
            <ac:spMkLst>
              <pc:docMk/>
              <pc:sldMasterMk cId="3999304241" sldId="2147483813"/>
              <pc:sldLayoutMk cId="3718753687" sldId="2147483817"/>
              <ac:spMk id="12" creationId="{7EABC12F-A88E-A00C-F4CA-58F314AFB6D3}"/>
            </ac:spMkLst>
          </pc:spChg>
          <pc:spChg chg="add">
            <ac:chgData name="riya singh" userId="7abd632d42337e32" providerId="LiveId" clId="{A2BB9560-E8EC-4498-9591-1BC8A0E3267C}" dt="2026-06-09T19:25:57.922" v="118"/>
            <ac:spMkLst>
              <pc:docMk/>
              <pc:sldMasterMk cId="3999304241" sldId="2147483813"/>
              <pc:sldLayoutMk cId="3718753687" sldId="2147483817"/>
              <ac:spMk id="19" creationId="{A9C7C87E-6BE2-5979-2AD2-DF824C4E4BC2}"/>
            </ac:spMkLst>
          </pc:spChg>
          <pc:grpChg chg="add">
            <ac:chgData name="riya singh" userId="7abd632d42337e32" providerId="LiveId" clId="{A2BB9560-E8EC-4498-9591-1BC8A0E3267C}" dt="2026-06-09T19:25:57.922" v="118"/>
            <ac:grpSpMkLst>
              <pc:docMk/>
              <pc:sldMasterMk cId="3999304241" sldId="2147483813"/>
              <pc:sldLayoutMk cId="3718753687" sldId="2147483817"/>
              <ac:grpSpMk id="13" creationId="{B0ADC854-28B4-B24B-0012-CCAD0B0193CB}"/>
            </ac:grpSpMkLst>
          </pc:grpChg>
          <pc:grpChg chg="add">
            <ac:chgData name="riya singh" userId="7abd632d42337e32" providerId="LiveId" clId="{A2BB9560-E8EC-4498-9591-1BC8A0E3267C}" dt="2026-06-09T19:25:57.922" v="118"/>
            <ac:grpSpMkLst>
              <pc:docMk/>
              <pc:sldMasterMk cId="3999304241" sldId="2147483813"/>
              <pc:sldLayoutMk cId="3718753687" sldId="2147483817"/>
              <ac:grpSpMk id="16" creationId="{DEA49DEE-E6B7-894F-9FE1-418F6E10B7E1}"/>
            </ac:grpSpMkLst>
          </pc:grpChg>
        </pc:sldLayoutChg>
        <pc:sldLayoutChg chg="addSp">
          <pc:chgData name="riya singh" userId="7abd632d42337e32" providerId="LiveId" clId="{A2BB9560-E8EC-4498-9591-1BC8A0E3267C}" dt="2026-06-09T19:25:57.922" v="118"/>
          <pc:sldLayoutMkLst>
            <pc:docMk/>
            <pc:sldMasterMk cId="3999304241" sldId="2147483813"/>
            <pc:sldLayoutMk cId="843054711" sldId="2147483818"/>
          </pc:sldLayoutMkLst>
          <pc:spChg chg="add">
            <ac:chgData name="riya singh" userId="7abd632d42337e32" providerId="LiveId" clId="{A2BB9560-E8EC-4498-9591-1BC8A0E3267C}" dt="2026-06-09T19:25:57.922" v="118"/>
            <ac:spMkLst>
              <pc:docMk/>
              <pc:sldMasterMk cId="3999304241" sldId="2147483813"/>
              <pc:sldLayoutMk cId="843054711" sldId="2147483818"/>
              <ac:spMk id="10" creationId="{83083D34-FB1F-77BE-5668-436C89EEAB61}"/>
            </ac:spMkLst>
          </pc:spChg>
          <pc:spChg chg="add">
            <ac:chgData name="riya singh" userId="7abd632d42337e32" providerId="LiveId" clId="{A2BB9560-E8EC-4498-9591-1BC8A0E3267C}" dt="2026-06-09T19:25:57.922" v="118"/>
            <ac:spMkLst>
              <pc:docMk/>
              <pc:sldMasterMk cId="3999304241" sldId="2147483813"/>
              <pc:sldLayoutMk cId="843054711" sldId="2147483818"/>
              <ac:spMk id="11" creationId="{990675E4-D019-E7C4-53BC-5EAB72DF6ED4}"/>
            </ac:spMkLst>
          </pc:spChg>
          <pc:spChg chg="add">
            <ac:chgData name="riya singh" userId="7abd632d42337e32" providerId="LiveId" clId="{A2BB9560-E8EC-4498-9591-1BC8A0E3267C}" dt="2026-06-09T19:25:57.922" v="118"/>
            <ac:spMkLst>
              <pc:docMk/>
              <pc:sldMasterMk cId="3999304241" sldId="2147483813"/>
              <pc:sldLayoutMk cId="843054711" sldId="2147483818"/>
              <ac:spMk id="12" creationId="{B8F7FC1B-FC0F-4E4C-BD2D-96808042BD3D}"/>
            </ac:spMkLst>
          </pc:spChg>
          <pc:spChg chg="add">
            <ac:chgData name="riya singh" userId="7abd632d42337e32" providerId="LiveId" clId="{A2BB9560-E8EC-4498-9591-1BC8A0E3267C}" dt="2026-06-09T19:25:57.922" v="118"/>
            <ac:spMkLst>
              <pc:docMk/>
              <pc:sldMasterMk cId="3999304241" sldId="2147483813"/>
              <pc:sldLayoutMk cId="843054711" sldId="2147483818"/>
              <ac:spMk id="13" creationId="{3453D291-0DE1-857C-5F6A-06650BD46DAA}"/>
            </ac:spMkLst>
          </pc:spChg>
          <pc:spChg chg="add">
            <ac:chgData name="riya singh" userId="7abd632d42337e32" providerId="LiveId" clId="{A2BB9560-E8EC-4498-9591-1BC8A0E3267C}" dt="2026-06-09T19:25:57.922" v="118"/>
            <ac:spMkLst>
              <pc:docMk/>
              <pc:sldMasterMk cId="3999304241" sldId="2147483813"/>
              <pc:sldLayoutMk cId="843054711" sldId="2147483818"/>
              <ac:spMk id="14" creationId="{AF981781-C547-CE69-D938-1D980DB832E0}"/>
            </ac:spMkLst>
          </pc:spChg>
          <pc:spChg chg="add">
            <ac:chgData name="riya singh" userId="7abd632d42337e32" providerId="LiveId" clId="{A2BB9560-E8EC-4498-9591-1BC8A0E3267C}" dt="2026-06-09T19:25:57.922" v="118"/>
            <ac:spMkLst>
              <pc:docMk/>
              <pc:sldMasterMk cId="3999304241" sldId="2147483813"/>
              <pc:sldLayoutMk cId="843054711" sldId="2147483818"/>
              <ac:spMk id="21" creationId="{337E2484-BD39-B31E-EC73-908CE8C78AC3}"/>
            </ac:spMkLst>
          </pc:spChg>
          <pc:grpChg chg="add">
            <ac:chgData name="riya singh" userId="7abd632d42337e32" providerId="LiveId" clId="{A2BB9560-E8EC-4498-9591-1BC8A0E3267C}" dt="2026-06-09T19:25:57.922" v="118"/>
            <ac:grpSpMkLst>
              <pc:docMk/>
              <pc:sldMasterMk cId="3999304241" sldId="2147483813"/>
              <pc:sldLayoutMk cId="843054711" sldId="2147483818"/>
              <ac:grpSpMk id="15" creationId="{F2CE4F26-4D09-E842-78A3-BCA26A9AFEED}"/>
            </ac:grpSpMkLst>
          </pc:grpChg>
          <pc:grpChg chg="add">
            <ac:chgData name="riya singh" userId="7abd632d42337e32" providerId="LiveId" clId="{A2BB9560-E8EC-4498-9591-1BC8A0E3267C}" dt="2026-06-09T19:25:57.922" v="118"/>
            <ac:grpSpMkLst>
              <pc:docMk/>
              <pc:sldMasterMk cId="3999304241" sldId="2147483813"/>
              <pc:sldLayoutMk cId="843054711" sldId="2147483818"/>
              <ac:grpSpMk id="18" creationId="{1AED119E-01D7-CDB0-C432-2E5FEF23774F}"/>
            </ac:grpSpMkLst>
          </pc:grpChg>
        </pc:sldLayoutChg>
        <pc:sldLayoutChg chg="addSp">
          <pc:chgData name="riya singh" userId="7abd632d42337e32" providerId="LiveId" clId="{A2BB9560-E8EC-4498-9591-1BC8A0E3267C}" dt="2026-06-09T19:25:57.922" v="118"/>
          <pc:sldLayoutMkLst>
            <pc:docMk/>
            <pc:sldMasterMk cId="3999304241" sldId="2147483813"/>
            <pc:sldLayoutMk cId="338736785" sldId="2147483819"/>
          </pc:sldLayoutMkLst>
          <pc:spChg chg="add">
            <ac:chgData name="riya singh" userId="7abd632d42337e32" providerId="LiveId" clId="{A2BB9560-E8EC-4498-9591-1BC8A0E3267C}" dt="2026-06-09T19:25:57.922" v="118"/>
            <ac:spMkLst>
              <pc:docMk/>
              <pc:sldMasterMk cId="3999304241" sldId="2147483813"/>
              <pc:sldLayoutMk cId="338736785" sldId="2147483819"/>
              <ac:spMk id="6" creationId="{20D681D3-AAC8-B7D9-CB9A-3031E2C6F2D7}"/>
            </ac:spMkLst>
          </pc:spChg>
          <pc:spChg chg="add">
            <ac:chgData name="riya singh" userId="7abd632d42337e32" providerId="LiveId" clId="{A2BB9560-E8EC-4498-9591-1BC8A0E3267C}" dt="2026-06-09T19:25:57.922" v="118"/>
            <ac:spMkLst>
              <pc:docMk/>
              <pc:sldMasterMk cId="3999304241" sldId="2147483813"/>
              <pc:sldLayoutMk cId="338736785" sldId="2147483819"/>
              <ac:spMk id="7" creationId="{AA3EB2D0-51DB-043A-4550-95EB22712397}"/>
            </ac:spMkLst>
          </pc:spChg>
          <pc:spChg chg="add">
            <ac:chgData name="riya singh" userId="7abd632d42337e32" providerId="LiveId" clId="{A2BB9560-E8EC-4498-9591-1BC8A0E3267C}" dt="2026-06-09T19:25:57.922" v="118"/>
            <ac:spMkLst>
              <pc:docMk/>
              <pc:sldMasterMk cId="3999304241" sldId="2147483813"/>
              <pc:sldLayoutMk cId="338736785" sldId="2147483819"/>
              <ac:spMk id="8" creationId="{54D02D76-E9B9-4415-23AE-636CB3A38614}"/>
            </ac:spMkLst>
          </pc:spChg>
          <pc:spChg chg="add">
            <ac:chgData name="riya singh" userId="7abd632d42337e32" providerId="LiveId" clId="{A2BB9560-E8EC-4498-9591-1BC8A0E3267C}" dt="2026-06-09T19:25:57.922" v="118"/>
            <ac:spMkLst>
              <pc:docMk/>
              <pc:sldMasterMk cId="3999304241" sldId="2147483813"/>
              <pc:sldLayoutMk cId="338736785" sldId="2147483819"/>
              <ac:spMk id="9" creationId="{AFF47F3C-2C38-D441-A413-14703881008B}"/>
            </ac:spMkLst>
          </pc:spChg>
          <pc:spChg chg="add">
            <ac:chgData name="riya singh" userId="7abd632d42337e32" providerId="LiveId" clId="{A2BB9560-E8EC-4498-9591-1BC8A0E3267C}" dt="2026-06-09T19:25:57.922" v="118"/>
            <ac:spMkLst>
              <pc:docMk/>
              <pc:sldMasterMk cId="3999304241" sldId="2147483813"/>
              <pc:sldLayoutMk cId="338736785" sldId="2147483819"/>
              <ac:spMk id="10" creationId="{0E3114F9-05A0-A96A-2430-B1A63007BD82}"/>
            </ac:spMkLst>
          </pc:spChg>
          <pc:spChg chg="add">
            <ac:chgData name="riya singh" userId="7abd632d42337e32" providerId="LiveId" clId="{A2BB9560-E8EC-4498-9591-1BC8A0E3267C}" dt="2026-06-09T19:25:57.922" v="118"/>
            <ac:spMkLst>
              <pc:docMk/>
              <pc:sldMasterMk cId="3999304241" sldId="2147483813"/>
              <pc:sldLayoutMk cId="338736785" sldId="2147483819"/>
              <ac:spMk id="17" creationId="{914E938E-8F09-7207-4CB2-EEF14907608C}"/>
            </ac:spMkLst>
          </pc:spChg>
          <pc:grpChg chg="add">
            <ac:chgData name="riya singh" userId="7abd632d42337e32" providerId="LiveId" clId="{A2BB9560-E8EC-4498-9591-1BC8A0E3267C}" dt="2026-06-09T19:25:57.922" v="118"/>
            <ac:grpSpMkLst>
              <pc:docMk/>
              <pc:sldMasterMk cId="3999304241" sldId="2147483813"/>
              <pc:sldLayoutMk cId="338736785" sldId="2147483819"/>
              <ac:grpSpMk id="11" creationId="{D3AB93E2-212C-6033-F0A0-5407ECAC9667}"/>
            </ac:grpSpMkLst>
          </pc:grpChg>
          <pc:grpChg chg="add">
            <ac:chgData name="riya singh" userId="7abd632d42337e32" providerId="LiveId" clId="{A2BB9560-E8EC-4498-9591-1BC8A0E3267C}" dt="2026-06-09T19:25:57.922" v="118"/>
            <ac:grpSpMkLst>
              <pc:docMk/>
              <pc:sldMasterMk cId="3999304241" sldId="2147483813"/>
              <pc:sldLayoutMk cId="338736785" sldId="2147483819"/>
              <ac:grpSpMk id="14" creationId="{1CDF4CB3-50E4-32EB-606E-D45CBA128961}"/>
            </ac:grpSpMkLst>
          </pc:grpChg>
        </pc:sldLayoutChg>
        <pc:sldLayoutChg chg="addSp">
          <pc:chgData name="riya singh" userId="7abd632d42337e32" providerId="LiveId" clId="{A2BB9560-E8EC-4498-9591-1BC8A0E3267C}" dt="2026-06-09T19:25:57.922" v="118"/>
          <pc:sldLayoutMkLst>
            <pc:docMk/>
            <pc:sldMasterMk cId="3999304241" sldId="2147483813"/>
            <pc:sldLayoutMk cId="284032820" sldId="2147483820"/>
          </pc:sldLayoutMkLst>
          <pc:spChg chg="add">
            <ac:chgData name="riya singh" userId="7abd632d42337e32" providerId="LiveId" clId="{A2BB9560-E8EC-4498-9591-1BC8A0E3267C}" dt="2026-06-09T19:25:57.922" v="118"/>
            <ac:spMkLst>
              <pc:docMk/>
              <pc:sldMasterMk cId="3999304241" sldId="2147483813"/>
              <pc:sldLayoutMk cId="284032820" sldId="2147483820"/>
              <ac:spMk id="5" creationId="{BB362EA1-EB11-5B62-5DA1-2A1AA355BDD0}"/>
            </ac:spMkLst>
          </pc:spChg>
          <pc:spChg chg="add">
            <ac:chgData name="riya singh" userId="7abd632d42337e32" providerId="LiveId" clId="{A2BB9560-E8EC-4498-9591-1BC8A0E3267C}" dt="2026-06-09T19:25:57.922" v="118"/>
            <ac:spMkLst>
              <pc:docMk/>
              <pc:sldMasterMk cId="3999304241" sldId="2147483813"/>
              <pc:sldLayoutMk cId="284032820" sldId="2147483820"/>
              <ac:spMk id="6" creationId="{231A04EB-67E7-C54E-BBC9-A2C4871C81FC}"/>
            </ac:spMkLst>
          </pc:spChg>
          <pc:spChg chg="add">
            <ac:chgData name="riya singh" userId="7abd632d42337e32" providerId="LiveId" clId="{A2BB9560-E8EC-4498-9591-1BC8A0E3267C}" dt="2026-06-09T19:25:57.922" v="118"/>
            <ac:spMkLst>
              <pc:docMk/>
              <pc:sldMasterMk cId="3999304241" sldId="2147483813"/>
              <pc:sldLayoutMk cId="284032820" sldId="2147483820"/>
              <ac:spMk id="7" creationId="{B494BD60-D6F1-16E1-BD19-EC72A24573ED}"/>
            </ac:spMkLst>
          </pc:spChg>
          <pc:spChg chg="add">
            <ac:chgData name="riya singh" userId="7abd632d42337e32" providerId="LiveId" clId="{A2BB9560-E8EC-4498-9591-1BC8A0E3267C}" dt="2026-06-09T19:25:57.922" v="118"/>
            <ac:spMkLst>
              <pc:docMk/>
              <pc:sldMasterMk cId="3999304241" sldId="2147483813"/>
              <pc:sldLayoutMk cId="284032820" sldId="2147483820"/>
              <ac:spMk id="8" creationId="{E74D1C72-7551-7BAD-7FE1-5E07F2FA9053}"/>
            </ac:spMkLst>
          </pc:spChg>
          <pc:spChg chg="add">
            <ac:chgData name="riya singh" userId="7abd632d42337e32" providerId="LiveId" clId="{A2BB9560-E8EC-4498-9591-1BC8A0E3267C}" dt="2026-06-09T19:25:57.922" v="118"/>
            <ac:spMkLst>
              <pc:docMk/>
              <pc:sldMasterMk cId="3999304241" sldId="2147483813"/>
              <pc:sldLayoutMk cId="284032820" sldId="2147483820"/>
              <ac:spMk id="9" creationId="{4FF1B55C-1036-B659-F267-388755551543}"/>
            </ac:spMkLst>
          </pc:spChg>
          <pc:spChg chg="add">
            <ac:chgData name="riya singh" userId="7abd632d42337e32" providerId="LiveId" clId="{A2BB9560-E8EC-4498-9591-1BC8A0E3267C}" dt="2026-06-09T19:25:57.922" v="118"/>
            <ac:spMkLst>
              <pc:docMk/>
              <pc:sldMasterMk cId="3999304241" sldId="2147483813"/>
              <pc:sldLayoutMk cId="284032820" sldId="2147483820"/>
              <ac:spMk id="13" creationId="{DE94685A-5B56-F1B8-A59B-ABBCF7B2834D}"/>
            </ac:spMkLst>
          </pc:spChg>
          <pc:grpChg chg="add">
            <ac:chgData name="riya singh" userId="7abd632d42337e32" providerId="LiveId" clId="{A2BB9560-E8EC-4498-9591-1BC8A0E3267C}" dt="2026-06-09T19:25:57.922" v="118"/>
            <ac:grpSpMkLst>
              <pc:docMk/>
              <pc:sldMasterMk cId="3999304241" sldId="2147483813"/>
              <pc:sldLayoutMk cId="284032820" sldId="2147483820"/>
              <ac:grpSpMk id="10" creationId="{0965B155-EC9B-3674-14D9-6D5EB98DF9A9}"/>
            </ac:grpSpMkLst>
          </pc:grpChg>
        </pc:sldLayoutChg>
        <pc:sldLayoutChg chg="addSp">
          <pc:chgData name="riya singh" userId="7abd632d42337e32" providerId="LiveId" clId="{A2BB9560-E8EC-4498-9591-1BC8A0E3267C}" dt="2026-06-09T19:25:57.922" v="118"/>
          <pc:sldLayoutMkLst>
            <pc:docMk/>
            <pc:sldMasterMk cId="3999304241" sldId="2147483813"/>
            <pc:sldLayoutMk cId="2359172064" sldId="2147483821"/>
          </pc:sldLayoutMkLst>
          <pc:spChg chg="add">
            <ac:chgData name="riya singh" userId="7abd632d42337e32" providerId="LiveId" clId="{A2BB9560-E8EC-4498-9591-1BC8A0E3267C}" dt="2026-06-09T19:25:57.922" v="118"/>
            <ac:spMkLst>
              <pc:docMk/>
              <pc:sldMasterMk cId="3999304241" sldId="2147483813"/>
              <pc:sldLayoutMk cId="2359172064" sldId="2147483821"/>
              <ac:spMk id="8" creationId="{E1E094EB-730C-FEB2-A207-9E0A868972E8}"/>
            </ac:spMkLst>
          </pc:spChg>
          <pc:spChg chg="add">
            <ac:chgData name="riya singh" userId="7abd632d42337e32" providerId="LiveId" clId="{A2BB9560-E8EC-4498-9591-1BC8A0E3267C}" dt="2026-06-09T19:25:57.922" v="118"/>
            <ac:spMkLst>
              <pc:docMk/>
              <pc:sldMasterMk cId="3999304241" sldId="2147483813"/>
              <pc:sldLayoutMk cId="2359172064" sldId="2147483821"/>
              <ac:spMk id="9" creationId="{2C10D83E-7256-07EE-6FFF-BF19E2654D22}"/>
            </ac:spMkLst>
          </pc:spChg>
          <pc:spChg chg="add">
            <ac:chgData name="riya singh" userId="7abd632d42337e32" providerId="LiveId" clId="{A2BB9560-E8EC-4498-9591-1BC8A0E3267C}" dt="2026-06-09T19:25:57.922" v="118"/>
            <ac:spMkLst>
              <pc:docMk/>
              <pc:sldMasterMk cId="3999304241" sldId="2147483813"/>
              <pc:sldLayoutMk cId="2359172064" sldId="2147483821"/>
              <ac:spMk id="10" creationId="{55B2787B-49F3-69D8-0778-6BCE276B037E}"/>
            </ac:spMkLst>
          </pc:spChg>
          <pc:spChg chg="add">
            <ac:chgData name="riya singh" userId="7abd632d42337e32" providerId="LiveId" clId="{A2BB9560-E8EC-4498-9591-1BC8A0E3267C}" dt="2026-06-09T19:25:57.922" v="118"/>
            <ac:spMkLst>
              <pc:docMk/>
              <pc:sldMasterMk cId="3999304241" sldId="2147483813"/>
              <pc:sldLayoutMk cId="2359172064" sldId="2147483821"/>
              <ac:spMk id="11" creationId="{130C87F0-8A9A-8CBC-F379-EADB79547A4D}"/>
            </ac:spMkLst>
          </pc:spChg>
          <pc:spChg chg="add">
            <ac:chgData name="riya singh" userId="7abd632d42337e32" providerId="LiveId" clId="{A2BB9560-E8EC-4498-9591-1BC8A0E3267C}" dt="2026-06-09T19:25:57.922" v="118"/>
            <ac:spMkLst>
              <pc:docMk/>
              <pc:sldMasterMk cId="3999304241" sldId="2147483813"/>
              <pc:sldLayoutMk cId="2359172064" sldId="2147483821"/>
              <ac:spMk id="12" creationId="{A7079B3C-59B6-665A-E9E2-CEBEA9DB4335}"/>
            </ac:spMkLst>
          </pc:spChg>
          <pc:spChg chg="add">
            <ac:chgData name="riya singh" userId="7abd632d42337e32" providerId="LiveId" clId="{A2BB9560-E8EC-4498-9591-1BC8A0E3267C}" dt="2026-06-09T19:25:57.922" v="118"/>
            <ac:spMkLst>
              <pc:docMk/>
              <pc:sldMasterMk cId="3999304241" sldId="2147483813"/>
              <pc:sldLayoutMk cId="2359172064" sldId="2147483821"/>
              <ac:spMk id="19" creationId="{5C532FD1-081D-ACC1-4902-B2A505546327}"/>
            </ac:spMkLst>
          </pc:spChg>
          <pc:grpChg chg="add">
            <ac:chgData name="riya singh" userId="7abd632d42337e32" providerId="LiveId" clId="{A2BB9560-E8EC-4498-9591-1BC8A0E3267C}" dt="2026-06-09T19:25:57.922" v="118"/>
            <ac:grpSpMkLst>
              <pc:docMk/>
              <pc:sldMasterMk cId="3999304241" sldId="2147483813"/>
              <pc:sldLayoutMk cId="2359172064" sldId="2147483821"/>
              <ac:grpSpMk id="13" creationId="{590CE0CC-EA61-2B25-DB2C-3D18735E6441}"/>
            </ac:grpSpMkLst>
          </pc:grpChg>
          <pc:grpChg chg="add">
            <ac:chgData name="riya singh" userId="7abd632d42337e32" providerId="LiveId" clId="{A2BB9560-E8EC-4498-9591-1BC8A0E3267C}" dt="2026-06-09T19:25:57.922" v="118"/>
            <ac:grpSpMkLst>
              <pc:docMk/>
              <pc:sldMasterMk cId="3999304241" sldId="2147483813"/>
              <pc:sldLayoutMk cId="2359172064" sldId="2147483821"/>
              <ac:grpSpMk id="16" creationId="{8FDE5EC7-E719-2F01-74F7-D9FAB3F87040}"/>
            </ac:grpSpMkLst>
          </pc:grpChg>
        </pc:sldLayoutChg>
        <pc:sldLayoutChg chg="addSp">
          <pc:chgData name="riya singh" userId="7abd632d42337e32" providerId="LiveId" clId="{A2BB9560-E8EC-4498-9591-1BC8A0E3267C}" dt="2026-06-09T19:25:57.922" v="118"/>
          <pc:sldLayoutMkLst>
            <pc:docMk/>
            <pc:sldMasterMk cId="3999304241" sldId="2147483813"/>
            <pc:sldLayoutMk cId="1252070102" sldId="2147483822"/>
          </pc:sldLayoutMkLst>
          <pc:spChg chg="add">
            <ac:chgData name="riya singh" userId="7abd632d42337e32" providerId="LiveId" clId="{A2BB9560-E8EC-4498-9591-1BC8A0E3267C}" dt="2026-06-09T19:25:57.922" v="118"/>
            <ac:spMkLst>
              <pc:docMk/>
              <pc:sldMasterMk cId="3999304241" sldId="2147483813"/>
              <pc:sldLayoutMk cId="1252070102" sldId="2147483822"/>
              <ac:spMk id="3" creationId="{21442BAE-B3D2-FC7F-09CB-3539B000E4F7}"/>
            </ac:spMkLst>
          </pc:spChg>
          <pc:spChg chg="add">
            <ac:chgData name="riya singh" userId="7abd632d42337e32" providerId="LiveId" clId="{A2BB9560-E8EC-4498-9591-1BC8A0E3267C}" dt="2026-06-09T19:25:57.922" v="118"/>
            <ac:spMkLst>
              <pc:docMk/>
              <pc:sldMasterMk cId="3999304241" sldId="2147483813"/>
              <pc:sldLayoutMk cId="1252070102" sldId="2147483822"/>
              <ac:spMk id="8" creationId="{30885D76-C60A-BAC6-0BBC-F2A97B20E1FB}"/>
            </ac:spMkLst>
          </pc:spChg>
          <pc:spChg chg="add">
            <ac:chgData name="riya singh" userId="7abd632d42337e32" providerId="LiveId" clId="{A2BB9560-E8EC-4498-9591-1BC8A0E3267C}" dt="2026-06-09T19:25:57.922" v="118"/>
            <ac:spMkLst>
              <pc:docMk/>
              <pc:sldMasterMk cId="3999304241" sldId="2147483813"/>
              <pc:sldLayoutMk cId="1252070102" sldId="2147483822"/>
              <ac:spMk id="9" creationId="{67AF4CA8-C092-EFC9-53AE-F707022E2C36}"/>
            </ac:spMkLst>
          </pc:spChg>
          <pc:spChg chg="add">
            <ac:chgData name="riya singh" userId="7abd632d42337e32" providerId="LiveId" clId="{A2BB9560-E8EC-4498-9591-1BC8A0E3267C}" dt="2026-06-09T19:25:57.922" v="118"/>
            <ac:spMkLst>
              <pc:docMk/>
              <pc:sldMasterMk cId="3999304241" sldId="2147483813"/>
              <pc:sldLayoutMk cId="1252070102" sldId="2147483822"/>
              <ac:spMk id="10" creationId="{CDEFE809-5FFA-4E64-6002-A10C9407DC9A}"/>
            </ac:spMkLst>
          </pc:spChg>
          <pc:spChg chg="add">
            <ac:chgData name="riya singh" userId="7abd632d42337e32" providerId="LiveId" clId="{A2BB9560-E8EC-4498-9591-1BC8A0E3267C}" dt="2026-06-09T19:25:57.922" v="118"/>
            <ac:spMkLst>
              <pc:docMk/>
              <pc:sldMasterMk cId="3999304241" sldId="2147483813"/>
              <pc:sldLayoutMk cId="1252070102" sldId="2147483822"/>
              <ac:spMk id="11" creationId="{4152B9B0-5EA0-1B81-75A6-E05B87AB13C0}"/>
            </ac:spMkLst>
          </pc:spChg>
          <pc:spChg chg="add">
            <ac:chgData name="riya singh" userId="7abd632d42337e32" providerId="LiveId" clId="{A2BB9560-E8EC-4498-9591-1BC8A0E3267C}" dt="2026-06-09T19:25:57.922" v="118"/>
            <ac:spMkLst>
              <pc:docMk/>
              <pc:sldMasterMk cId="3999304241" sldId="2147483813"/>
              <pc:sldLayoutMk cId="1252070102" sldId="2147483822"/>
              <ac:spMk id="19" creationId="{726A3CEC-2093-80E0-1665-13F7B3228009}"/>
            </ac:spMkLst>
          </pc:spChg>
          <pc:grpChg chg="add">
            <ac:chgData name="riya singh" userId="7abd632d42337e32" providerId="LiveId" clId="{A2BB9560-E8EC-4498-9591-1BC8A0E3267C}" dt="2026-06-09T19:25:57.922" v="118"/>
            <ac:grpSpMkLst>
              <pc:docMk/>
              <pc:sldMasterMk cId="3999304241" sldId="2147483813"/>
              <pc:sldLayoutMk cId="1252070102" sldId="2147483822"/>
              <ac:grpSpMk id="12" creationId="{6752C4E2-2975-7014-6127-8D84B67FC197}"/>
            </ac:grpSpMkLst>
          </pc:grpChg>
          <pc:grpChg chg="add">
            <ac:chgData name="riya singh" userId="7abd632d42337e32" providerId="LiveId" clId="{A2BB9560-E8EC-4498-9591-1BC8A0E3267C}" dt="2026-06-09T19:25:57.922" v="118"/>
            <ac:grpSpMkLst>
              <pc:docMk/>
              <pc:sldMasterMk cId="3999304241" sldId="2147483813"/>
              <pc:sldLayoutMk cId="1252070102" sldId="2147483822"/>
              <ac:grpSpMk id="16" creationId="{D0E01119-C1DC-4F3E-1621-057E865F3105}"/>
            </ac:grpSpMkLst>
          </pc:gr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6/10/2026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6/10/2026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C5D7D4-AFDC-4C12-BC8B-210682092C00}" type="slidenum">
              <a:rPr lang="en-IN" smtClean="0"/>
              <a:t>‹#›</a:t>
            </a:fld>
            <a:endParaRPr lang="en-IN"/>
          </a:p>
        </p:txBody>
      </p:sp>
      <p:sp>
        <p:nvSpPr>
          <p:cNvPr id="7" name="Rectangle 6">
            <a:extLst>
              <a:ext uri="{FF2B5EF4-FFF2-40B4-BE49-F238E27FC236}">
                <a16:creationId xmlns:a16="http://schemas.microsoft.com/office/drawing/2014/main" id="{EBE7E2AD-C3DE-B092-FE3F-B17D3B8CA5AC}"/>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8" name="Group 7">
            <a:extLst>
              <a:ext uri="{FF2B5EF4-FFF2-40B4-BE49-F238E27FC236}">
                <a16:creationId xmlns:a16="http://schemas.microsoft.com/office/drawing/2014/main" id="{D6A3FDCC-1F46-63D7-0003-A40355D59A1B}"/>
              </a:ext>
            </a:extLst>
          </p:cNvPr>
          <p:cNvGrpSpPr/>
          <p:nvPr userDrawn="1"/>
        </p:nvGrpSpPr>
        <p:grpSpPr>
          <a:xfrm>
            <a:off x="-1604709" y="-3756"/>
            <a:ext cx="13796710" cy="6861756"/>
            <a:chOff x="-1604709" y="-3756"/>
            <a:chExt cx="13796710" cy="6861756"/>
          </a:xfrm>
        </p:grpSpPr>
        <p:grpSp>
          <p:nvGrpSpPr>
            <p:cNvPr id="9" name="Group 8">
              <a:extLst>
                <a:ext uri="{FF2B5EF4-FFF2-40B4-BE49-F238E27FC236}">
                  <a16:creationId xmlns:a16="http://schemas.microsoft.com/office/drawing/2014/main" id="{04BD8172-1144-7B48-3CEE-FED4BB6B5EC8}"/>
                </a:ext>
              </a:extLst>
            </p:cNvPr>
            <p:cNvGrpSpPr/>
            <p:nvPr/>
          </p:nvGrpSpPr>
          <p:grpSpPr>
            <a:xfrm>
              <a:off x="-16298" y="0"/>
              <a:ext cx="12208299" cy="6858000"/>
              <a:chOff x="-16298" y="0"/>
              <a:chExt cx="12208299" cy="6858000"/>
            </a:xfrm>
          </p:grpSpPr>
          <p:sp>
            <p:nvSpPr>
              <p:cNvPr id="16" name="Freeform: Shape 15">
                <a:extLst>
                  <a:ext uri="{FF2B5EF4-FFF2-40B4-BE49-F238E27FC236}">
                    <a16:creationId xmlns:a16="http://schemas.microsoft.com/office/drawing/2014/main" id="{C8F888F8-871D-FA50-0E0F-35D155DC5000}"/>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7FED1E05-C5BC-AF83-9560-4E9E18142836}"/>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09308BAE-35FB-0AA1-B7FA-D2D0BC4A85D8}"/>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1B9EFA48-A5EB-ED48-1EFE-EE986B6FD8BD}"/>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ight Triangle 19">
                <a:extLst>
                  <a:ext uri="{FF2B5EF4-FFF2-40B4-BE49-F238E27FC236}">
                    <a16:creationId xmlns:a16="http://schemas.microsoft.com/office/drawing/2014/main" id="{CC256413-8109-FFB3-260A-D74216468C0E}"/>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8B4C8C0F-BC01-6CC6-D670-AF80B49B77A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 name="Freeform: Shape 12">
              <a:extLst>
                <a:ext uri="{FF2B5EF4-FFF2-40B4-BE49-F238E27FC236}">
                  <a16:creationId xmlns:a16="http://schemas.microsoft.com/office/drawing/2014/main" id="{CB6F960C-516E-10D8-5045-2E5A093C8C9D}"/>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7835F9AA-9A4F-56B9-CD24-9EE5C759E662}"/>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B929BBAE-D8F6-12C3-481E-5A4F462F9907}"/>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3" name="Group 12">
              <a:extLst>
                <a:ext uri="{FF2B5EF4-FFF2-40B4-BE49-F238E27FC236}">
                  <a16:creationId xmlns:a16="http://schemas.microsoft.com/office/drawing/2014/main" id="{76BF5B76-3179-907E-4AEB-A32BAB470FE0}"/>
                </a:ext>
              </a:extLst>
            </p:cNvPr>
            <p:cNvGrpSpPr/>
            <p:nvPr/>
          </p:nvGrpSpPr>
          <p:grpSpPr>
            <a:xfrm>
              <a:off x="-760406" y="4672937"/>
              <a:ext cx="1520812" cy="1520812"/>
              <a:chOff x="-1604709" y="3012880"/>
              <a:chExt cx="3211378" cy="3211378"/>
            </a:xfrm>
          </p:grpSpPr>
          <p:sp>
            <p:nvSpPr>
              <p:cNvPr id="14" name="Freeform: Shape 13">
                <a:extLst>
                  <a:ext uri="{FF2B5EF4-FFF2-40B4-BE49-F238E27FC236}">
                    <a16:creationId xmlns:a16="http://schemas.microsoft.com/office/drawing/2014/main" id="{8F10D61D-DBF8-1329-B0EE-55704CE98FB0}"/>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2">
                <a:extLst>
                  <a:ext uri="{FF2B5EF4-FFF2-40B4-BE49-F238E27FC236}">
                    <a16:creationId xmlns:a16="http://schemas.microsoft.com/office/drawing/2014/main" id="{78596A4D-E53D-EE21-E2EA-171BFC31980E}"/>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Tree>
    <p:extLst>
      <p:ext uri="{BB962C8B-B14F-4D97-AF65-F5344CB8AC3E}">
        <p14:creationId xmlns:p14="http://schemas.microsoft.com/office/powerpoint/2010/main" val="3062718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63D6C4-4840-40CC-AC84-17E24B3B7BDE}" type="slidenum">
              <a:rPr lang="en-US" noProof="0" smtClean="0"/>
              <a:pPr/>
              <a:t>‹#›</a:t>
            </a:fld>
            <a:endParaRPr lang="en-US" noProof="0" dirty="0"/>
          </a:p>
        </p:txBody>
      </p:sp>
      <p:sp>
        <p:nvSpPr>
          <p:cNvPr id="7" name="Rectangle 6">
            <a:extLst>
              <a:ext uri="{FF2B5EF4-FFF2-40B4-BE49-F238E27FC236}">
                <a16:creationId xmlns:a16="http://schemas.microsoft.com/office/drawing/2014/main" id="{C4691BB3-D28B-974E-1FAC-8E8FC5ECA14A}"/>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ECE44035-251C-3E2C-C84C-33BE373C304D}"/>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8">
            <a:extLst>
              <a:ext uri="{FF2B5EF4-FFF2-40B4-BE49-F238E27FC236}">
                <a16:creationId xmlns:a16="http://schemas.microsoft.com/office/drawing/2014/main" id="{D6FF9F04-9DF1-C910-4591-4B07FEDC490D}"/>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 name="Freeform: Shape 9">
            <a:extLst>
              <a:ext uri="{FF2B5EF4-FFF2-40B4-BE49-F238E27FC236}">
                <a16:creationId xmlns:a16="http://schemas.microsoft.com/office/drawing/2014/main" id="{2D39A23E-B2D8-8E2E-31B7-EF9856B330E7}"/>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6FED10FB-D0B0-A7FE-5FAF-5483F36284C7}"/>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CCAEDAB8-687B-4B1B-17B0-F8CD87CC9500}"/>
              </a:ext>
            </a:extLst>
          </p:cNvPr>
          <p:cNvGrpSpPr/>
          <p:nvPr userDrawn="1"/>
        </p:nvGrpSpPr>
        <p:grpSpPr>
          <a:xfrm rot="16200000">
            <a:off x="499388" y="-322655"/>
            <a:ext cx="535531" cy="645309"/>
            <a:chOff x="10945855" y="7317026"/>
            <a:chExt cx="2483924" cy="2993104"/>
          </a:xfrm>
        </p:grpSpPr>
        <p:sp>
          <p:nvSpPr>
            <p:cNvPr id="13" name="Freeform: Shape 12">
              <a:extLst>
                <a:ext uri="{FF2B5EF4-FFF2-40B4-BE49-F238E27FC236}">
                  <a16:creationId xmlns:a16="http://schemas.microsoft.com/office/drawing/2014/main" id="{15790AE2-9568-9A51-AD43-CBF8D62CBA02}"/>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3">
              <a:extLst>
                <a:ext uri="{FF2B5EF4-FFF2-40B4-BE49-F238E27FC236}">
                  <a16:creationId xmlns:a16="http://schemas.microsoft.com/office/drawing/2014/main" id="{E1918DFB-3DB6-1A43-B081-33F2B72C4097}"/>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0AE58EB4-7F03-7E91-B803-8E109E67BB60}"/>
              </a:ext>
            </a:extLst>
          </p:cNvPr>
          <p:cNvGrpSpPr/>
          <p:nvPr userDrawn="1"/>
        </p:nvGrpSpPr>
        <p:grpSpPr>
          <a:xfrm>
            <a:off x="-1" y="1357409"/>
            <a:ext cx="12192001" cy="4846320"/>
            <a:chOff x="-1" y="1357409"/>
            <a:chExt cx="12192001" cy="4917518"/>
          </a:xfrm>
        </p:grpSpPr>
        <p:sp>
          <p:nvSpPr>
            <p:cNvPr id="16" name="Rectangle: Single Corner Snipped 15">
              <a:extLst>
                <a:ext uri="{FF2B5EF4-FFF2-40B4-BE49-F238E27FC236}">
                  <a16:creationId xmlns:a16="http://schemas.microsoft.com/office/drawing/2014/main" id="{8243ABA6-BFD6-1577-B8E8-91A6A79AD4AB}"/>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16">
              <a:extLst>
                <a:ext uri="{FF2B5EF4-FFF2-40B4-BE49-F238E27FC236}">
                  <a16:creationId xmlns:a16="http://schemas.microsoft.com/office/drawing/2014/main" id="{FF7C35FE-CF7A-0DE6-C202-77EF8525E5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17">
            <a:extLst>
              <a:ext uri="{FF2B5EF4-FFF2-40B4-BE49-F238E27FC236}">
                <a16:creationId xmlns:a16="http://schemas.microsoft.com/office/drawing/2014/main" id="{44E6CB7C-6609-912B-383C-D028DB4EEAA3}"/>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21209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63D6C4-4840-40CC-AC84-17E24B3B7BDE}" type="slidenum">
              <a:rPr lang="en-US" noProof="0" smtClean="0"/>
              <a:pPr/>
              <a:t>‹#›</a:t>
            </a:fld>
            <a:endParaRPr lang="en-US" noProof="0" dirty="0"/>
          </a:p>
        </p:txBody>
      </p:sp>
      <p:sp>
        <p:nvSpPr>
          <p:cNvPr id="7" name="Rectangle 6">
            <a:extLst>
              <a:ext uri="{FF2B5EF4-FFF2-40B4-BE49-F238E27FC236}">
                <a16:creationId xmlns:a16="http://schemas.microsoft.com/office/drawing/2014/main" id="{2C07C65A-BCFB-5C32-BA74-459F59BF05CF}"/>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B009AEB4-530A-D6C4-C1E2-A6B3775B9961}"/>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1052955D-643C-1A9E-6A79-C45BFDE8AC54}"/>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9CF737DD-9413-46E7-A484-A208E678DAF8}"/>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981A5B97-0B7C-FCC9-197C-6FEC7765B47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6D5D2678-502B-2033-E8CC-BA9DDB03B2C9}"/>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E1282925-5733-B3C4-FC67-72272D688D0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4C717422-3C1B-72E8-41A1-B45CD32BE05F}"/>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9D4A8AD-F6D8-5ACF-8FB2-6465940B1522}"/>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6ACBE85F-B2B8-4253-7237-351CFAAD5CA0}"/>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C66968EC-78C9-5A9B-3AD7-D16C45897C93}"/>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38DB1B1F-E171-C595-0D9C-583A5098C1FE}"/>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59766839-6B5E-A6EC-91F3-B75B65982F97}"/>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6126D215-E43A-77A9-9118-2B66F544DEB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9DB63363-14E5-3216-17AE-5AF30D4A5DA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2885553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BDFB9A-8059-4DEB-A7F0-076D916A66DF}"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63D6C4-4840-40CC-AC84-17E24B3B7BDE}" type="slidenum">
              <a:rPr lang="en-US" noProof="0" smtClean="0"/>
              <a:pPr/>
              <a:t>‹#›</a:t>
            </a:fld>
            <a:endParaRPr lang="en-US" noProof="0" dirty="0"/>
          </a:p>
        </p:txBody>
      </p:sp>
      <p:sp>
        <p:nvSpPr>
          <p:cNvPr id="8" name="Rectangle 7">
            <a:extLst>
              <a:ext uri="{FF2B5EF4-FFF2-40B4-BE49-F238E27FC236}">
                <a16:creationId xmlns:a16="http://schemas.microsoft.com/office/drawing/2014/main" id="{E132D124-1AAB-AE97-2A13-550BB295F630}"/>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7EF5411C-ED6F-5ED4-A490-D482453CC140}"/>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 name="Freeform: Shape 9">
            <a:extLst>
              <a:ext uri="{FF2B5EF4-FFF2-40B4-BE49-F238E27FC236}">
                <a16:creationId xmlns:a16="http://schemas.microsoft.com/office/drawing/2014/main" id="{3E8915ED-84F4-F3E2-7A99-0D73CCB65B0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0">
            <a:extLst>
              <a:ext uri="{FF2B5EF4-FFF2-40B4-BE49-F238E27FC236}">
                <a16:creationId xmlns:a16="http://schemas.microsoft.com/office/drawing/2014/main" id="{4228622F-B3BC-D23A-CB8E-E403E2002D34}"/>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7EABC12F-A88E-A00C-F4CA-58F314AFB6D3}"/>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3" name="Group 12">
            <a:extLst>
              <a:ext uri="{FF2B5EF4-FFF2-40B4-BE49-F238E27FC236}">
                <a16:creationId xmlns:a16="http://schemas.microsoft.com/office/drawing/2014/main" id="{B0ADC854-28B4-B24B-0012-CCAD0B0193CB}"/>
              </a:ext>
            </a:extLst>
          </p:cNvPr>
          <p:cNvGrpSpPr/>
          <p:nvPr userDrawn="1"/>
        </p:nvGrpSpPr>
        <p:grpSpPr>
          <a:xfrm rot="16200000">
            <a:off x="499388" y="-322655"/>
            <a:ext cx="535531" cy="645309"/>
            <a:chOff x="10945855" y="7317026"/>
            <a:chExt cx="2483924" cy="2993104"/>
          </a:xfrm>
        </p:grpSpPr>
        <p:sp>
          <p:nvSpPr>
            <p:cNvPr id="14" name="Freeform: Shape 13">
              <a:extLst>
                <a:ext uri="{FF2B5EF4-FFF2-40B4-BE49-F238E27FC236}">
                  <a16:creationId xmlns:a16="http://schemas.microsoft.com/office/drawing/2014/main" id="{257F690C-C730-F0D8-1FA4-55ABF6E0315E}"/>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2C225438-F8B4-B710-682D-66E166FBEE7E}"/>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6" name="Group 15">
            <a:extLst>
              <a:ext uri="{FF2B5EF4-FFF2-40B4-BE49-F238E27FC236}">
                <a16:creationId xmlns:a16="http://schemas.microsoft.com/office/drawing/2014/main" id="{DEA49DEE-E6B7-894F-9FE1-418F6E10B7E1}"/>
              </a:ext>
            </a:extLst>
          </p:cNvPr>
          <p:cNvGrpSpPr/>
          <p:nvPr userDrawn="1"/>
        </p:nvGrpSpPr>
        <p:grpSpPr>
          <a:xfrm>
            <a:off x="-1" y="1357409"/>
            <a:ext cx="12192001" cy="4846320"/>
            <a:chOff x="-1" y="1357409"/>
            <a:chExt cx="12192001" cy="4917518"/>
          </a:xfrm>
        </p:grpSpPr>
        <p:sp>
          <p:nvSpPr>
            <p:cNvPr id="17" name="Rectangle: Single Corner Snipped 16">
              <a:extLst>
                <a:ext uri="{FF2B5EF4-FFF2-40B4-BE49-F238E27FC236}">
                  <a16:creationId xmlns:a16="http://schemas.microsoft.com/office/drawing/2014/main" id="{52430D22-2B44-A3CC-5B2E-A355DFD78FC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8" name="Rectangle: Single Corner Snipped 17">
              <a:extLst>
                <a:ext uri="{FF2B5EF4-FFF2-40B4-BE49-F238E27FC236}">
                  <a16:creationId xmlns:a16="http://schemas.microsoft.com/office/drawing/2014/main" id="{7629DD13-E05D-73B8-E0D9-C26C1E1795C5}"/>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9" name="Freeform: Shape 18">
            <a:extLst>
              <a:ext uri="{FF2B5EF4-FFF2-40B4-BE49-F238E27FC236}">
                <a16:creationId xmlns:a16="http://schemas.microsoft.com/office/drawing/2014/main" id="{A9C7C87E-6BE2-5979-2AD2-DF824C4E4BC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8753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BDFB9A-8059-4DEB-A7F0-076D916A66DF}" type="datetimeFigureOut">
              <a:rPr lang="en-IN" smtClean="0"/>
              <a:t>10-06-2026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263D6C4-4840-40CC-AC84-17E24B3B7BDE}" type="slidenum">
              <a:rPr lang="en-US" noProof="0" smtClean="0"/>
              <a:pPr/>
              <a:t>‹#›</a:t>
            </a:fld>
            <a:endParaRPr lang="en-US" noProof="0" dirty="0"/>
          </a:p>
        </p:txBody>
      </p:sp>
      <p:sp>
        <p:nvSpPr>
          <p:cNvPr id="10" name="Rectangle 9">
            <a:extLst>
              <a:ext uri="{FF2B5EF4-FFF2-40B4-BE49-F238E27FC236}">
                <a16:creationId xmlns:a16="http://schemas.microsoft.com/office/drawing/2014/main" id="{83083D34-FB1F-77BE-5668-436C89EEAB61}"/>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990675E4-D019-E7C4-53BC-5EAB72DF6ED4}"/>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B8F7FC1B-FC0F-4E4C-BD2D-96808042BD3D}"/>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3453D291-0DE1-857C-5F6A-06650BD46DAA}"/>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3">
            <a:extLst>
              <a:ext uri="{FF2B5EF4-FFF2-40B4-BE49-F238E27FC236}">
                <a16:creationId xmlns:a16="http://schemas.microsoft.com/office/drawing/2014/main" id="{AF981781-C547-CE69-D938-1D980DB832E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5" name="Group 14">
            <a:extLst>
              <a:ext uri="{FF2B5EF4-FFF2-40B4-BE49-F238E27FC236}">
                <a16:creationId xmlns:a16="http://schemas.microsoft.com/office/drawing/2014/main" id="{F2CE4F26-4D09-E842-78A3-BCA26A9AFEED}"/>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D53AB2AB-9FF0-67C5-FE3B-71ECED0E2BF3}"/>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F1E79264-0E50-E274-CE54-1ADAB43C70FC}"/>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8" name="Group 17">
            <a:extLst>
              <a:ext uri="{FF2B5EF4-FFF2-40B4-BE49-F238E27FC236}">
                <a16:creationId xmlns:a16="http://schemas.microsoft.com/office/drawing/2014/main" id="{1AED119E-01D7-CDB0-C432-2E5FEF23774F}"/>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7BA4A1A8-2419-2AF2-BFA7-854C81F43E12}"/>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20" name="Rectangle: Single Corner Snipped 19">
              <a:extLst>
                <a:ext uri="{FF2B5EF4-FFF2-40B4-BE49-F238E27FC236}">
                  <a16:creationId xmlns:a16="http://schemas.microsoft.com/office/drawing/2014/main" id="{54BFC177-CB06-849E-C04E-75FF1087605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1" name="Freeform: Shape 20">
            <a:extLst>
              <a:ext uri="{FF2B5EF4-FFF2-40B4-BE49-F238E27FC236}">
                <a16:creationId xmlns:a16="http://schemas.microsoft.com/office/drawing/2014/main" id="{337E2484-BD39-B31E-EC73-908CE8C78AC3}"/>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43054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BDFB9A-8059-4DEB-A7F0-076D916A66DF}" type="datetimeFigureOut">
              <a:rPr lang="en-IN" smtClean="0"/>
              <a:t>10-06-2026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263D6C4-4840-40CC-AC84-17E24B3B7BDE}" type="slidenum">
              <a:rPr lang="en-US" noProof="0" smtClean="0"/>
              <a:pPr/>
              <a:t>‹#›</a:t>
            </a:fld>
            <a:endParaRPr lang="en-US" noProof="0" dirty="0"/>
          </a:p>
        </p:txBody>
      </p:sp>
      <p:sp>
        <p:nvSpPr>
          <p:cNvPr id="6" name="Rectangle 5">
            <a:extLst>
              <a:ext uri="{FF2B5EF4-FFF2-40B4-BE49-F238E27FC236}">
                <a16:creationId xmlns:a16="http://schemas.microsoft.com/office/drawing/2014/main" id="{20D681D3-AAC8-B7D9-CB9A-3031E2C6F2D7}"/>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6">
            <a:extLst>
              <a:ext uri="{FF2B5EF4-FFF2-40B4-BE49-F238E27FC236}">
                <a16:creationId xmlns:a16="http://schemas.microsoft.com/office/drawing/2014/main" id="{AA3EB2D0-51DB-043A-4550-95EB22712397}"/>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54D02D76-E9B9-4415-23AE-636CB3A38614}"/>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8">
            <a:extLst>
              <a:ext uri="{FF2B5EF4-FFF2-40B4-BE49-F238E27FC236}">
                <a16:creationId xmlns:a16="http://schemas.microsoft.com/office/drawing/2014/main" id="{AFF47F3C-2C38-D441-A413-14703881008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0E3114F9-05A0-A96A-2430-B1A63007BD82}"/>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1" name="Group 10">
            <a:extLst>
              <a:ext uri="{FF2B5EF4-FFF2-40B4-BE49-F238E27FC236}">
                <a16:creationId xmlns:a16="http://schemas.microsoft.com/office/drawing/2014/main" id="{D3AB93E2-212C-6033-F0A0-5407ECAC9667}"/>
              </a:ext>
            </a:extLst>
          </p:cNvPr>
          <p:cNvGrpSpPr/>
          <p:nvPr userDrawn="1"/>
        </p:nvGrpSpPr>
        <p:grpSpPr>
          <a:xfrm rot="16200000">
            <a:off x="499388" y="-322655"/>
            <a:ext cx="535531" cy="645309"/>
            <a:chOff x="10945855" y="7317026"/>
            <a:chExt cx="2483924" cy="2993104"/>
          </a:xfrm>
        </p:grpSpPr>
        <p:sp>
          <p:nvSpPr>
            <p:cNvPr id="12" name="Freeform: Shape 11">
              <a:extLst>
                <a:ext uri="{FF2B5EF4-FFF2-40B4-BE49-F238E27FC236}">
                  <a16:creationId xmlns:a16="http://schemas.microsoft.com/office/drawing/2014/main" id="{8FF2DF82-E6D0-29FC-AFAE-008D86740A29}"/>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Freeform: Shape 12">
              <a:extLst>
                <a:ext uri="{FF2B5EF4-FFF2-40B4-BE49-F238E27FC236}">
                  <a16:creationId xmlns:a16="http://schemas.microsoft.com/office/drawing/2014/main" id="{5E03F6C3-5635-450C-5ED9-7506968D0EA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4" name="Group 13">
            <a:extLst>
              <a:ext uri="{FF2B5EF4-FFF2-40B4-BE49-F238E27FC236}">
                <a16:creationId xmlns:a16="http://schemas.microsoft.com/office/drawing/2014/main" id="{1CDF4CB3-50E4-32EB-606E-D45CBA128961}"/>
              </a:ext>
            </a:extLst>
          </p:cNvPr>
          <p:cNvGrpSpPr/>
          <p:nvPr userDrawn="1"/>
        </p:nvGrpSpPr>
        <p:grpSpPr>
          <a:xfrm>
            <a:off x="-1" y="1357409"/>
            <a:ext cx="12192001" cy="4846320"/>
            <a:chOff x="-1" y="1357409"/>
            <a:chExt cx="12192001" cy="4917518"/>
          </a:xfrm>
        </p:grpSpPr>
        <p:sp>
          <p:nvSpPr>
            <p:cNvPr id="15" name="Rectangle: Single Corner Snipped 14">
              <a:extLst>
                <a:ext uri="{FF2B5EF4-FFF2-40B4-BE49-F238E27FC236}">
                  <a16:creationId xmlns:a16="http://schemas.microsoft.com/office/drawing/2014/main" id="{9089E4EA-B578-A45C-4D6F-EF5631B0EE20}"/>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6" name="Rectangle: Single Corner Snipped 15">
              <a:extLst>
                <a:ext uri="{FF2B5EF4-FFF2-40B4-BE49-F238E27FC236}">
                  <a16:creationId xmlns:a16="http://schemas.microsoft.com/office/drawing/2014/main" id="{2246086E-8DB2-54C7-341E-C865283E5D0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7" name="Freeform: Shape 16">
            <a:extLst>
              <a:ext uri="{FF2B5EF4-FFF2-40B4-BE49-F238E27FC236}">
                <a16:creationId xmlns:a16="http://schemas.microsoft.com/office/drawing/2014/main" id="{914E938E-8F09-7207-4CB2-EEF14907608C}"/>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38736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BDFB9A-8059-4DEB-A7F0-076D916A66DF}" type="datetimeFigureOut">
              <a:rPr lang="en-IN" smtClean="0"/>
              <a:t>10-06-2026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263D6C4-4840-40CC-AC84-17E24B3B7BDE}" type="slidenum">
              <a:rPr lang="en-US" noProof="0" smtClean="0"/>
              <a:pPr/>
              <a:t>‹#›</a:t>
            </a:fld>
            <a:endParaRPr lang="en-US" noProof="0" dirty="0"/>
          </a:p>
        </p:txBody>
      </p:sp>
      <p:sp>
        <p:nvSpPr>
          <p:cNvPr id="5" name="Rectangle 4">
            <a:extLst>
              <a:ext uri="{FF2B5EF4-FFF2-40B4-BE49-F238E27FC236}">
                <a16:creationId xmlns:a16="http://schemas.microsoft.com/office/drawing/2014/main" id="{BB362EA1-EB11-5B62-5DA1-2A1AA355BDD0}"/>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Freeform: Shape 9">
            <a:extLst>
              <a:ext uri="{FF2B5EF4-FFF2-40B4-BE49-F238E27FC236}">
                <a16:creationId xmlns:a16="http://schemas.microsoft.com/office/drawing/2014/main" id="{231A04EB-67E7-C54E-BBC9-A2C4871C81FC}"/>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7" name="Freeform: Shape 17">
            <a:extLst>
              <a:ext uri="{FF2B5EF4-FFF2-40B4-BE49-F238E27FC236}">
                <a16:creationId xmlns:a16="http://schemas.microsoft.com/office/drawing/2014/main" id="{B494BD60-D6F1-16E1-BD19-EC72A24573ED}"/>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1">
            <a:extLst>
              <a:ext uri="{FF2B5EF4-FFF2-40B4-BE49-F238E27FC236}">
                <a16:creationId xmlns:a16="http://schemas.microsoft.com/office/drawing/2014/main" id="{E74D1C72-7551-7BAD-7FE1-5E07F2FA9053}"/>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7">
            <a:extLst>
              <a:ext uri="{FF2B5EF4-FFF2-40B4-BE49-F238E27FC236}">
                <a16:creationId xmlns:a16="http://schemas.microsoft.com/office/drawing/2014/main" id="{4FF1B55C-1036-B659-F267-388755551543}"/>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0" name="Group 9">
            <a:extLst>
              <a:ext uri="{FF2B5EF4-FFF2-40B4-BE49-F238E27FC236}">
                <a16:creationId xmlns:a16="http://schemas.microsoft.com/office/drawing/2014/main" id="{0965B155-EC9B-3674-14D9-6D5EB98DF9A9}"/>
              </a:ext>
            </a:extLst>
          </p:cNvPr>
          <p:cNvGrpSpPr/>
          <p:nvPr userDrawn="1"/>
        </p:nvGrpSpPr>
        <p:grpSpPr>
          <a:xfrm rot="16200000">
            <a:off x="499388" y="-322655"/>
            <a:ext cx="535531" cy="645309"/>
            <a:chOff x="10945855" y="7317026"/>
            <a:chExt cx="2483924" cy="2993104"/>
          </a:xfrm>
        </p:grpSpPr>
        <p:sp>
          <p:nvSpPr>
            <p:cNvPr id="11" name="Freeform: Shape 15">
              <a:extLst>
                <a:ext uri="{FF2B5EF4-FFF2-40B4-BE49-F238E27FC236}">
                  <a16:creationId xmlns:a16="http://schemas.microsoft.com/office/drawing/2014/main" id="{72C61BDB-4F48-35F0-CE79-5C3279BB6097}"/>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6">
              <a:extLst>
                <a:ext uri="{FF2B5EF4-FFF2-40B4-BE49-F238E27FC236}">
                  <a16:creationId xmlns:a16="http://schemas.microsoft.com/office/drawing/2014/main" id="{118B3246-3763-B8AE-D89D-7BF93C669001}"/>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3" name="Freeform: Shape 23">
            <a:extLst>
              <a:ext uri="{FF2B5EF4-FFF2-40B4-BE49-F238E27FC236}">
                <a16:creationId xmlns:a16="http://schemas.microsoft.com/office/drawing/2014/main" id="{DE94685A-5B56-F1B8-A59B-ABBCF7B2834D}"/>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84032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BDFB9A-8059-4DEB-A7F0-076D916A66DF}"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63D6C4-4840-40CC-AC84-17E24B3B7BDE}" type="slidenum">
              <a:rPr lang="en-US" noProof="0" smtClean="0"/>
              <a:pPr/>
              <a:t>‹#›</a:t>
            </a:fld>
            <a:endParaRPr lang="en-US" noProof="0" dirty="0"/>
          </a:p>
        </p:txBody>
      </p:sp>
      <p:sp>
        <p:nvSpPr>
          <p:cNvPr id="8" name="Rectangle 7">
            <a:extLst>
              <a:ext uri="{FF2B5EF4-FFF2-40B4-BE49-F238E27FC236}">
                <a16:creationId xmlns:a16="http://schemas.microsoft.com/office/drawing/2014/main" id="{E1E094EB-730C-FEB2-A207-9E0A868972E8}"/>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2C10D83E-7256-07EE-6FFF-BF19E2654D22}"/>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 name="Freeform: Shape 9">
            <a:extLst>
              <a:ext uri="{FF2B5EF4-FFF2-40B4-BE49-F238E27FC236}">
                <a16:creationId xmlns:a16="http://schemas.microsoft.com/office/drawing/2014/main" id="{55B2787B-49F3-69D8-0778-6BCE276B03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0">
            <a:extLst>
              <a:ext uri="{FF2B5EF4-FFF2-40B4-BE49-F238E27FC236}">
                <a16:creationId xmlns:a16="http://schemas.microsoft.com/office/drawing/2014/main" id="{130C87F0-8A9A-8CBC-F379-EADB79547A4D}"/>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A7079B3C-59B6-665A-E9E2-CEBEA9DB4335}"/>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3" name="Group 12">
            <a:extLst>
              <a:ext uri="{FF2B5EF4-FFF2-40B4-BE49-F238E27FC236}">
                <a16:creationId xmlns:a16="http://schemas.microsoft.com/office/drawing/2014/main" id="{590CE0CC-EA61-2B25-DB2C-3D18735E6441}"/>
              </a:ext>
            </a:extLst>
          </p:cNvPr>
          <p:cNvGrpSpPr/>
          <p:nvPr userDrawn="1"/>
        </p:nvGrpSpPr>
        <p:grpSpPr>
          <a:xfrm rot="16200000">
            <a:off x="499388" y="-322655"/>
            <a:ext cx="535531" cy="645309"/>
            <a:chOff x="10945855" y="7317026"/>
            <a:chExt cx="2483924" cy="2993104"/>
          </a:xfrm>
        </p:grpSpPr>
        <p:sp>
          <p:nvSpPr>
            <p:cNvPr id="14" name="Freeform: Shape 13">
              <a:extLst>
                <a:ext uri="{FF2B5EF4-FFF2-40B4-BE49-F238E27FC236}">
                  <a16:creationId xmlns:a16="http://schemas.microsoft.com/office/drawing/2014/main" id="{6231824A-7F77-C526-808F-4DBC5B6BD6C3}"/>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51D58135-9F22-447E-04A0-131B6DF05D98}"/>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6" name="Group 15">
            <a:extLst>
              <a:ext uri="{FF2B5EF4-FFF2-40B4-BE49-F238E27FC236}">
                <a16:creationId xmlns:a16="http://schemas.microsoft.com/office/drawing/2014/main" id="{8FDE5EC7-E719-2F01-74F7-D9FAB3F87040}"/>
              </a:ext>
            </a:extLst>
          </p:cNvPr>
          <p:cNvGrpSpPr/>
          <p:nvPr userDrawn="1"/>
        </p:nvGrpSpPr>
        <p:grpSpPr>
          <a:xfrm>
            <a:off x="-1" y="1357409"/>
            <a:ext cx="12192001" cy="4846320"/>
            <a:chOff x="-1" y="1357409"/>
            <a:chExt cx="12192001" cy="4917518"/>
          </a:xfrm>
        </p:grpSpPr>
        <p:sp>
          <p:nvSpPr>
            <p:cNvPr id="17" name="Rectangle: Single Corner Snipped 16">
              <a:extLst>
                <a:ext uri="{FF2B5EF4-FFF2-40B4-BE49-F238E27FC236}">
                  <a16:creationId xmlns:a16="http://schemas.microsoft.com/office/drawing/2014/main" id="{DAD403A4-6BC9-9579-1927-F33A3FF1897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Single Corner Snipped 17">
              <a:extLst>
                <a:ext uri="{FF2B5EF4-FFF2-40B4-BE49-F238E27FC236}">
                  <a16:creationId xmlns:a16="http://schemas.microsoft.com/office/drawing/2014/main" id="{27D55AA7-1A48-ED7E-4CB1-1570B7224019}"/>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9" name="Freeform: Shape 18">
            <a:extLst>
              <a:ext uri="{FF2B5EF4-FFF2-40B4-BE49-F238E27FC236}">
                <a16:creationId xmlns:a16="http://schemas.microsoft.com/office/drawing/2014/main" id="{5C532FD1-081D-ACC1-4902-B2A505546327}"/>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59172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25BDFB9A-8059-4DEB-A7F0-076D916A66DF}" type="datetimeFigureOut">
              <a:rPr lang="en-IN" smtClean="0"/>
              <a:t>10-06-2026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C263D6C4-4840-40CC-AC84-17E24B3B7BDE}" type="slidenum">
              <a:rPr lang="en-US" noProof="0" smtClean="0"/>
              <a:pPr/>
              <a:t>‹#›</a:t>
            </a:fld>
            <a:endParaRPr lang="en-US" noProof="0" dirty="0"/>
          </a:p>
        </p:txBody>
      </p:sp>
      <p:sp>
        <p:nvSpPr>
          <p:cNvPr id="3" name="Rectangle 2">
            <a:extLst>
              <a:ext uri="{FF2B5EF4-FFF2-40B4-BE49-F238E27FC236}">
                <a16:creationId xmlns:a16="http://schemas.microsoft.com/office/drawing/2014/main" id="{21442BAE-B3D2-FC7F-09CB-3539B000E4F7}"/>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30885D76-C60A-BAC6-0BBC-F2A97B20E1F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8">
            <a:extLst>
              <a:ext uri="{FF2B5EF4-FFF2-40B4-BE49-F238E27FC236}">
                <a16:creationId xmlns:a16="http://schemas.microsoft.com/office/drawing/2014/main" id="{67AF4CA8-C092-EFC9-53AE-F707022E2C3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 name="Freeform: Shape 9">
            <a:extLst>
              <a:ext uri="{FF2B5EF4-FFF2-40B4-BE49-F238E27FC236}">
                <a16:creationId xmlns:a16="http://schemas.microsoft.com/office/drawing/2014/main" id="{CDEFE809-5FFA-4E64-6002-A10C9407DC9A}"/>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4152B9B0-5EA0-1B81-75A6-E05B87AB13C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6752C4E2-2975-7014-6127-8D84B67FC197}"/>
              </a:ext>
            </a:extLst>
          </p:cNvPr>
          <p:cNvGrpSpPr/>
          <p:nvPr userDrawn="1"/>
        </p:nvGrpSpPr>
        <p:grpSpPr>
          <a:xfrm rot="16200000">
            <a:off x="499388" y="-322655"/>
            <a:ext cx="535531" cy="645309"/>
            <a:chOff x="10945855" y="7317026"/>
            <a:chExt cx="2483924" cy="2993104"/>
          </a:xfrm>
        </p:grpSpPr>
        <p:sp>
          <p:nvSpPr>
            <p:cNvPr id="13" name="Freeform: Shape 12">
              <a:extLst>
                <a:ext uri="{FF2B5EF4-FFF2-40B4-BE49-F238E27FC236}">
                  <a16:creationId xmlns:a16="http://schemas.microsoft.com/office/drawing/2014/main" id="{4482173B-4D1D-BC8C-91E8-68503ACF423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922D6B8F-7A8C-3F4F-B64E-24C904EACFF1}"/>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6" name="Group 15">
            <a:extLst>
              <a:ext uri="{FF2B5EF4-FFF2-40B4-BE49-F238E27FC236}">
                <a16:creationId xmlns:a16="http://schemas.microsoft.com/office/drawing/2014/main" id="{D0E01119-C1DC-4F3E-1621-057E865F3105}"/>
              </a:ext>
            </a:extLst>
          </p:cNvPr>
          <p:cNvGrpSpPr/>
          <p:nvPr userDrawn="1"/>
        </p:nvGrpSpPr>
        <p:grpSpPr>
          <a:xfrm>
            <a:off x="-1" y="1357409"/>
            <a:ext cx="12192001" cy="4846320"/>
            <a:chOff x="-1" y="1357409"/>
            <a:chExt cx="12192001" cy="4917518"/>
          </a:xfrm>
        </p:grpSpPr>
        <p:sp>
          <p:nvSpPr>
            <p:cNvPr id="17" name="Rectangle: Single Corner Snipped 16">
              <a:extLst>
                <a:ext uri="{FF2B5EF4-FFF2-40B4-BE49-F238E27FC236}">
                  <a16:creationId xmlns:a16="http://schemas.microsoft.com/office/drawing/2014/main" id="{97CBC10D-AB69-3624-1B16-A6B12472CA3B}"/>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Single Corner Snipped 17">
              <a:extLst>
                <a:ext uri="{FF2B5EF4-FFF2-40B4-BE49-F238E27FC236}">
                  <a16:creationId xmlns:a16="http://schemas.microsoft.com/office/drawing/2014/main" id="{9C52B025-93DF-A4F7-793C-23F546ABEB01}"/>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9" name="Freeform: Shape 18">
            <a:extLst>
              <a:ext uri="{FF2B5EF4-FFF2-40B4-BE49-F238E27FC236}">
                <a16:creationId xmlns:a16="http://schemas.microsoft.com/office/drawing/2014/main" id="{726A3CEC-2093-80E0-1665-13F7B3228009}"/>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52070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BDFB9A-8059-4DEB-A7F0-076D916A66DF}"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63D6C4-4840-40CC-AC84-17E24B3B7BDE}" type="slidenum">
              <a:rPr lang="en-US" noProof="0" smtClean="0"/>
              <a:t>‹#›</a:t>
            </a:fld>
            <a:endParaRPr lang="en-US" noProof="0" dirty="0"/>
          </a:p>
        </p:txBody>
      </p:sp>
    </p:spTree>
    <p:extLst>
      <p:ext uri="{BB962C8B-B14F-4D97-AF65-F5344CB8AC3E}">
        <p14:creationId xmlns:p14="http://schemas.microsoft.com/office/powerpoint/2010/main" val="335622396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63D6C4-4840-40CC-AC84-17E24B3B7BDE}" type="slidenum">
              <a:rPr lang="en-US" noProof="0" smtClean="0"/>
              <a:t>‹#›</a:t>
            </a:fld>
            <a:endParaRPr lang="en-US" noProof="0" dirty="0"/>
          </a:p>
        </p:txBody>
      </p:sp>
    </p:spTree>
    <p:extLst>
      <p:ext uri="{BB962C8B-B14F-4D97-AF65-F5344CB8AC3E}">
        <p14:creationId xmlns:p14="http://schemas.microsoft.com/office/powerpoint/2010/main" val="235126602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63D6C4-4840-40CC-AC84-17E24B3B7BDE}" type="slidenum">
              <a:rPr lang="en-US" noProof="0" smtClean="0"/>
              <a:t>‹#›</a:t>
            </a:fld>
            <a:endParaRPr lang="en-US" noProof="0" dirty="0"/>
          </a:p>
        </p:txBody>
      </p:sp>
    </p:spTree>
    <p:extLst>
      <p:ext uri="{BB962C8B-B14F-4D97-AF65-F5344CB8AC3E}">
        <p14:creationId xmlns:p14="http://schemas.microsoft.com/office/powerpoint/2010/main" val="84819502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63D6C4-4840-40CC-AC84-17E24B3B7BDE}" type="slidenum">
              <a:rPr lang="en-US" noProof="0" smtClean="0"/>
              <a:t>‹#›</a:t>
            </a:fld>
            <a:endParaRPr lang="en-US" noProof="0" dirty="0"/>
          </a:p>
        </p:txBody>
      </p:sp>
    </p:spTree>
    <p:extLst>
      <p:ext uri="{BB962C8B-B14F-4D97-AF65-F5344CB8AC3E}">
        <p14:creationId xmlns:p14="http://schemas.microsoft.com/office/powerpoint/2010/main" val="15188471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63D6C4-4840-40CC-AC84-17E24B3B7BDE}" type="slidenum">
              <a:rPr lang="en-US" noProof="0" smtClean="0"/>
              <a:t>‹#›</a:t>
            </a:fld>
            <a:endParaRPr lang="en-US" noProof="0" dirty="0"/>
          </a:p>
        </p:txBody>
      </p:sp>
    </p:spTree>
    <p:extLst>
      <p:ext uri="{BB962C8B-B14F-4D97-AF65-F5344CB8AC3E}">
        <p14:creationId xmlns:p14="http://schemas.microsoft.com/office/powerpoint/2010/main" val="129729512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63D6C4-4840-40CC-AC84-17E24B3B7BDE}" type="slidenum">
              <a:rPr lang="en-US" noProof="0" smtClean="0"/>
              <a:t>‹#›</a:t>
            </a:fld>
            <a:endParaRPr lang="en-US" noProof="0" dirty="0"/>
          </a:p>
        </p:txBody>
      </p:sp>
    </p:spTree>
    <p:extLst>
      <p:ext uri="{BB962C8B-B14F-4D97-AF65-F5344CB8AC3E}">
        <p14:creationId xmlns:p14="http://schemas.microsoft.com/office/powerpoint/2010/main" val="121839489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63D6C4-4840-40CC-AC84-17E24B3B7BDE}" type="slidenum">
              <a:rPr lang="en-US" noProof="0" smtClean="0"/>
              <a:t>‹#›</a:t>
            </a:fld>
            <a:endParaRPr lang="en-US" noProof="0" dirty="0"/>
          </a:p>
        </p:txBody>
      </p:sp>
    </p:spTree>
    <p:extLst>
      <p:ext uri="{BB962C8B-B14F-4D97-AF65-F5344CB8AC3E}">
        <p14:creationId xmlns:p14="http://schemas.microsoft.com/office/powerpoint/2010/main" val="3730434320"/>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BDFB9A-8059-4DEB-A7F0-076D916A66DF}"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63D6C4-4840-40CC-AC84-17E24B3B7BDE}" type="slidenum">
              <a:rPr lang="en-US" noProof="0" smtClean="0"/>
              <a:t>‹#›</a:t>
            </a:fld>
            <a:endParaRPr lang="en-US" noProof="0" dirty="0"/>
          </a:p>
        </p:txBody>
      </p:sp>
    </p:spTree>
    <p:extLst>
      <p:ext uri="{BB962C8B-B14F-4D97-AF65-F5344CB8AC3E}">
        <p14:creationId xmlns:p14="http://schemas.microsoft.com/office/powerpoint/2010/main" val="397601973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0320326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1234923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25BDFB9A-8059-4DEB-A7F0-076D916A66DF}" type="datetimeFigureOut">
              <a:rPr lang="en-IN" smtClean="0"/>
              <a:t>10-06-2026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C263D6C4-4840-40CC-AC84-17E24B3B7BDE}" type="slidenum">
              <a:rPr lang="en-US" noProof="0" smtClean="0"/>
              <a:t>‹#›</a:t>
            </a:fld>
            <a:endParaRPr lang="en-US" noProof="0" dirty="0"/>
          </a:p>
        </p:txBody>
      </p:sp>
      <p:sp>
        <p:nvSpPr>
          <p:cNvPr id="7" name="Rectangle 6">
            <a:extLst>
              <a:ext uri="{FF2B5EF4-FFF2-40B4-BE49-F238E27FC236}">
                <a16:creationId xmlns:a16="http://schemas.microsoft.com/office/drawing/2014/main" id="{DF9DA9BB-BF59-C7FE-42E5-5DB59CB68724}"/>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BA919FE2-00EB-37CD-3CE5-D0A49BB1BDBD}"/>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7">
            <a:extLst>
              <a:ext uri="{FF2B5EF4-FFF2-40B4-BE49-F238E27FC236}">
                <a16:creationId xmlns:a16="http://schemas.microsoft.com/office/drawing/2014/main" id="{491741FD-1377-477E-58F9-9030B0B69F3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 name="Freeform: Shape 11">
            <a:extLst>
              <a:ext uri="{FF2B5EF4-FFF2-40B4-BE49-F238E27FC236}">
                <a16:creationId xmlns:a16="http://schemas.microsoft.com/office/drawing/2014/main" id="{E9ED7058-6822-9A2A-E5FE-EF9DA58B4A19}"/>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7">
            <a:extLst>
              <a:ext uri="{FF2B5EF4-FFF2-40B4-BE49-F238E27FC236}">
                <a16:creationId xmlns:a16="http://schemas.microsoft.com/office/drawing/2014/main" id="{BA04CB2A-1C0E-332D-EBC2-686DD5F722BB}"/>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Title 1">
            <a:extLst>
              <a:ext uri="{FF2B5EF4-FFF2-40B4-BE49-F238E27FC236}">
                <a16:creationId xmlns:a16="http://schemas.microsoft.com/office/drawing/2014/main" id="{52123BA9-87AE-85B7-D7D2-48DE6891ED42}"/>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3" name="Group 12">
            <a:extLst>
              <a:ext uri="{FF2B5EF4-FFF2-40B4-BE49-F238E27FC236}">
                <a16:creationId xmlns:a16="http://schemas.microsoft.com/office/drawing/2014/main" id="{2B39939F-A3DF-0C7B-46D3-57E17B114F3C}"/>
              </a:ext>
            </a:extLst>
          </p:cNvPr>
          <p:cNvGrpSpPr/>
          <p:nvPr userDrawn="1"/>
        </p:nvGrpSpPr>
        <p:grpSpPr>
          <a:xfrm rot="16200000">
            <a:off x="499388" y="-322655"/>
            <a:ext cx="535531" cy="645309"/>
            <a:chOff x="10945855" y="7317026"/>
            <a:chExt cx="2483924" cy="2993104"/>
          </a:xfrm>
        </p:grpSpPr>
        <p:sp>
          <p:nvSpPr>
            <p:cNvPr id="14" name="Freeform: Shape 15">
              <a:extLst>
                <a:ext uri="{FF2B5EF4-FFF2-40B4-BE49-F238E27FC236}">
                  <a16:creationId xmlns:a16="http://schemas.microsoft.com/office/drawing/2014/main" id="{67929D37-55F5-337B-1609-D5E76EF084DF}"/>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6">
              <a:extLst>
                <a:ext uri="{FF2B5EF4-FFF2-40B4-BE49-F238E27FC236}">
                  <a16:creationId xmlns:a16="http://schemas.microsoft.com/office/drawing/2014/main" id="{9A5E7E01-5814-0074-5499-E55A3AA7FE7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6" name="Group 15">
            <a:extLst>
              <a:ext uri="{FF2B5EF4-FFF2-40B4-BE49-F238E27FC236}">
                <a16:creationId xmlns:a16="http://schemas.microsoft.com/office/drawing/2014/main" id="{027B1198-D5B3-C4E5-88C5-729C5BB50BB5}"/>
              </a:ext>
            </a:extLst>
          </p:cNvPr>
          <p:cNvGrpSpPr/>
          <p:nvPr userDrawn="1"/>
        </p:nvGrpSpPr>
        <p:grpSpPr>
          <a:xfrm>
            <a:off x="-1" y="1357409"/>
            <a:ext cx="12192001" cy="4846320"/>
            <a:chOff x="-1" y="1357409"/>
            <a:chExt cx="12192001" cy="4917518"/>
          </a:xfrm>
        </p:grpSpPr>
        <p:sp>
          <p:nvSpPr>
            <p:cNvPr id="17" name="Rectangle: Single Corner Snipped 18">
              <a:extLst>
                <a:ext uri="{FF2B5EF4-FFF2-40B4-BE49-F238E27FC236}">
                  <a16:creationId xmlns:a16="http://schemas.microsoft.com/office/drawing/2014/main" id="{E40659B0-1DFA-CB93-2B80-C64703EBDCCD}"/>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8" name="Rectangle: Single Corner Snipped 2">
              <a:extLst>
                <a:ext uri="{FF2B5EF4-FFF2-40B4-BE49-F238E27FC236}">
                  <a16:creationId xmlns:a16="http://schemas.microsoft.com/office/drawing/2014/main" id="{16C299C9-A365-9863-46A4-7EF3E481E817}"/>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9" name="Freeform: Shape 23">
            <a:extLst>
              <a:ext uri="{FF2B5EF4-FFF2-40B4-BE49-F238E27FC236}">
                <a16:creationId xmlns:a16="http://schemas.microsoft.com/office/drawing/2014/main" id="{CBE03B60-5FA3-EF87-2004-15EF699046F5}"/>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Slide Number Placeholder 4">
            <a:extLst>
              <a:ext uri="{FF2B5EF4-FFF2-40B4-BE49-F238E27FC236}">
                <a16:creationId xmlns:a16="http://schemas.microsoft.com/office/drawing/2014/main" id="{B1436784-76F4-1213-DE8F-B4971662840A}"/>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999304241"/>
      </p:ext>
    </p:extLst>
  </p:cSld>
  <p:clrMap bg1="dk1" tx1="lt1" bg2="dk2" tx2="lt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 id="2147483830" r:id="rId17"/>
    <p:sldLayoutId id="2147483831" r:id="rId18"/>
    <p:sldLayoutId id="2147483832" r:id="rId19"/>
    <p:sldLayoutId id="2147483651" r:id="rId20"/>
    <p:sldLayoutId id="2147483666" r:id="rId21"/>
    <p:sldLayoutId id="2147483661" r:id="rId22"/>
    <p:sldLayoutId id="2147483677" r:id="rId23"/>
    <p:sldLayoutId id="2147483674" r:id="rId24"/>
    <p:sldLayoutId id="2147483665" r:id="rId25"/>
    <p:sldLayoutId id="2147483673" r:id="rId26"/>
    <p:sldLayoutId id="2147483662" r:id="rId27"/>
    <p:sldLayoutId id="2147483663" r:id="rId28"/>
    <p:sldLayoutId id="2147483664" r:id="rId29"/>
    <p:sldLayoutId id="2147483675" r:id="rId30"/>
    <p:sldLayoutId id="2147483676" r:id="rId31"/>
    <p:sldLayoutId id="2147483672" r:id="rId32"/>
    <p:sldLayoutId id="2147483668" r:id="rId33"/>
  </p:sldLayoutIdLst>
  <p:hf hdr="0" ftr="0" dt="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3213100" y="1517829"/>
            <a:ext cx="5765800" cy="818971"/>
          </a:xfrm>
        </p:spPr>
        <p:txBody>
          <a:bodyPr/>
          <a:lstStyle/>
          <a:p>
            <a:pPr algn="ctr"/>
            <a:r>
              <a:rPr lang="en-US" sz="2000" dirty="0">
                <a:latin typeface="Bookman Old Style" panose="02050604050505020204" pitchFamily="18" charset="0"/>
                <a:cs typeface="Aharoni" panose="020F0502020204030204" pitchFamily="2" charset="-79"/>
              </a:rPr>
              <a:t>Customer Churn Prediction and Customer lifetime Value Estimation</a:t>
            </a:r>
          </a:p>
        </p:txBody>
      </p:sp>
      <p:sp>
        <p:nvSpPr>
          <p:cNvPr id="5" name="TextBox 4">
            <a:extLst>
              <a:ext uri="{FF2B5EF4-FFF2-40B4-BE49-F238E27FC236}">
                <a16:creationId xmlns:a16="http://schemas.microsoft.com/office/drawing/2014/main" id="{76F286D3-D130-BFC9-D66B-1F42E025B83B}"/>
              </a:ext>
            </a:extLst>
          </p:cNvPr>
          <p:cNvSpPr txBox="1"/>
          <p:nvPr/>
        </p:nvSpPr>
        <p:spPr>
          <a:xfrm flipH="1">
            <a:off x="3479800" y="317500"/>
            <a:ext cx="4826000" cy="1200329"/>
          </a:xfrm>
          <a:prstGeom prst="rect">
            <a:avLst/>
          </a:prstGeom>
          <a:noFill/>
        </p:spPr>
        <p:txBody>
          <a:bodyPr wrap="square" rtlCol="0">
            <a:spAutoFit/>
          </a:bodyPr>
          <a:lstStyle/>
          <a:p>
            <a:pPr algn="ctr"/>
            <a:r>
              <a:rPr lang="en-US" b="1" dirty="0">
                <a:solidFill>
                  <a:schemeClr val="tx1">
                    <a:lumMod val="95000"/>
                  </a:schemeClr>
                </a:solidFill>
                <a:latin typeface="Aharoni" panose="02010803020104030203" pitchFamily="2" charset="-79"/>
                <a:cs typeface="Aharoni" panose="02010803020104030203" pitchFamily="2" charset="-79"/>
              </a:rPr>
              <a:t>A </a:t>
            </a:r>
          </a:p>
          <a:p>
            <a:pPr algn="ctr"/>
            <a:r>
              <a:rPr lang="en-US" b="1" dirty="0">
                <a:solidFill>
                  <a:schemeClr val="tx1">
                    <a:lumMod val="95000"/>
                  </a:schemeClr>
                </a:solidFill>
                <a:latin typeface="Aharoni" panose="02010803020104030203" pitchFamily="2" charset="-79"/>
                <a:cs typeface="Aharoni" panose="02010803020104030203" pitchFamily="2" charset="-79"/>
              </a:rPr>
              <a:t>Major Project </a:t>
            </a:r>
          </a:p>
          <a:p>
            <a:pPr algn="ctr"/>
            <a:r>
              <a:rPr lang="en-US" b="1" dirty="0">
                <a:solidFill>
                  <a:schemeClr val="tx1">
                    <a:lumMod val="95000"/>
                  </a:schemeClr>
                </a:solidFill>
                <a:latin typeface="Aharoni" panose="02010803020104030203" pitchFamily="2" charset="-79"/>
                <a:cs typeface="Aharoni" panose="02010803020104030203" pitchFamily="2" charset="-79"/>
              </a:rPr>
              <a:t>Presentation</a:t>
            </a:r>
          </a:p>
          <a:p>
            <a:pPr algn="ctr"/>
            <a:r>
              <a:rPr lang="en-US" b="1" dirty="0">
                <a:solidFill>
                  <a:schemeClr val="tx1">
                    <a:lumMod val="95000"/>
                  </a:schemeClr>
                </a:solidFill>
                <a:latin typeface="Aharoni" panose="02010803020104030203" pitchFamily="2" charset="-79"/>
                <a:cs typeface="Aharoni" panose="02010803020104030203" pitchFamily="2" charset="-79"/>
              </a:rPr>
              <a:t> on</a:t>
            </a:r>
            <a:endParaRPr lang="en-IN" b="1" dirty="0">
              <a:solidFill>
                <a:schemeClr val="tx1">
                  <a:lumMod val="95000"/>
                </a:schemeClr>
              </a:solidFill>
              <a:latin typeface="Aharoni" panose="02010803020104030203" pitchFamily="2" charset="-79"/>
              <a:cs typeface="Aharoni" panose="02010803020104030203" pitchFamily="2" charset="-79"/>
            </a:endParaRPr>
          </a:p>
        </p:txBody>
      </p:sp>
      <p:sp>
        <p:nvSpPr>
          <p:cNvPr id="8" name="TextBox 7">
            <a:extLst>
              <a:ext uri="{FF2B5EF4-FFF2-40B4-BE49-F238E27FC236}">
                <a16:creationId xmlns:a16="http://schemas.microsoft.com/office/drawing/2014/main" id="{FF762F18-E10D-C752-69F0-937D3E410251}"/>
              </a:ext>
            </a:extLst>
          </p:cNvPr>
          <p:cNvSpPr txBox="1"/>
          <p:nvPr/>
        </p:nvSpPr>
        <p:spPr>
          <a:xfrm>
            <a:off x="3746500" y="2613797"/>
            <a:ext cx="4559300" cy="1200329"/>
          </a:xfrm>
          <a:prstGeom prst="rect">
            <a:avLst/>
          </a:prstGeom>
          <a:noFill/>
        </p:spPr>
        <p:txBody>
          <a:bodyPr wrap="square" rtlCol="0">
            <a:spAutoFit/>
          </a:bodyPr>
          <a:lstStyle/>
          <a:p>
            <a:pPr algn="ctr"/>
            <a:r>
              <a:rPr lang="en-US" dirty="0"/>
              <a:t>Submitted by</a:t>
            </a:r>
          </a:p>
          <a:p>
            <a:pPr algn="ctr"/>
            <a:r>
              <a:rPr lang="en-US" dirty="0"/>
              <a:t>Riya Singh     (0228CS221149)</a:t>
            </a:r>
          </a:p>
          <a:p>
            <a:pPr algn="ctr"/>
            <a:r>
              <a:rPr lang="en-US" dirty="0"/>
              <a:t>Palak Patel    (0228CS221124)</a:t>
            </a:r>
          </a:p>
          <a:p>
            <a:endParaRPr lang="en-IN" dirty="0"/>
          </a:p>
        </p:txBody>
      </p:sp>
      <p:sp>
        <p:nvSpPr>
          <p:cNvPr id="10" name="TextBox 9">
            <a:extLst>
              <a:ext uri="{FF2B5EF4-FFF2-40B4-BE49-F238E27FC236}">
                <a16:creationId xmlns:a16="http://schemas.microsoft.com/office/drawing/2014/main" id="{D038B59D-5353-04B1-914B-CD0BF4459F50}"/>
              </a:ext>
            </a:extLst>
          </p:cNvPr>
          <p:cNvSpPr txBox="1"/>
          <p:nvPr/>
        </p:nvSpPr>
        <p:spPr>
          <a:xfrm>
            <a:off x="3092450" y="3814126"/>
            <a:ext cx="6007100" cy="1754326"/>
          </a:xfrm>
          <a:prstGeom prst="rect">
            <a:avLst/>
          </a:prstGeom>
          <a:noFill/>
        </p:spPr>
        <p:txBody>
          <a:bodyPr wrap="square" rtlCol="0">
            <a:spAutoFit/>
          </a:bodyPr>
          <a:lstStyle/>
          <a:p>
            <a:pPr algn="ctr"/>
            <a:endParaRPr lang="en-US" dirty="0">
              <a:solidFill>
                <a:srgbClr val="63B7C6"/>
              </a:solidFill>
              <a:latin typeface="Aharoni" panose="02010803020104030203" pitchFamily="2" charset="-79"/>
              <a:cs typeface="Aharoni" panose="02010803020104030203" pitchFamily="2" charset="-79"/>
            </a:endParaRPr>
          </a:p>
          <a:p>
            <a:pPr algn="ctr"/>
            <a:r>
              <a:rPr lang="en-US" dirty="0">
                <a:solidFill>
                  <a:schemeClr val="tx1">
                    <a:lumMod val="95000"/>
                  </a:schemeClr>
                </a:solidFill>
                <a:latin typeface="Aharoni" panose="02010803020104030203" pitchFamily="2" charset="-79"/>
                <a:cs typeface="Aharoni" panose="02010803020104030203" pitchFamily="2" charset="-79"/>
              </a:rPr>
              <a:t>Under the guidance of</a:t>
            </a:r>
          </a:p>
          <a:p>
            <a:pPr algn="ctr"/>
            <a:r>
              <a:rPr lang="en-US" b="1" i="1" dirty="0">
                <a:solidFill>
                  <a:schemeClr val="tx1">
                    <a:lumMod val="95000"/>
                  </a:schemeClr>
                </a:solidFill>
              </a:rPr>
              <a:t>Prof. Nitin Shukla</a:t>
            </a:r>
            <a:endParaRPr lang="en-IN" b="1" dirty="0">
              <a:solidFill>
                <a:schemeClr val="tx1">
                  <a:lumMod val="95000"/>
                </a:schemeClr>
              </a:solidFill>
            </a:endParaRPr>
          </a:p>
          <a:p>
            <a:pPr algn="ctr"/>
            <a:r>
              <a:rPr lang="en-US" dirty="0">
                <a:solidFill>
                  <a:schemeClr val="tx1">
                    <a:lumMod val="95000"/>
                  </a:schemeClr>
                </a:solidFill>
              </a:rPr>
              <a:t>Head of Department </a:t>
            </a:r>
            <a:endParaRPr lang="en-IN" b="1" i="1" dirty="0">
              <a:solidFill>
                <a:schemeClr val="tx1">
                  <a:lumMod val="95000"/>
                </a:schemeClr>
              </a:solidFill>
            </a:endParaRPr>
          </a:p>
          <a:p>
            <a:pPr algn="ctr"/>
            <a:r>
              <a:rPr lang="en-US" dirty="0">
                <a:solidFill>
                  <a:schemeClr val="tx1">
                    <a:lumMod val="95000"/>
                  </a:schemeClr>
                </a:solidFill>
              </a:rPr>
              <a:t> Computer Science</a:t>
            </a:r>
            <a:endParaRPr lang="en-IN" b="1" i="1" dirty="0">
              <a:solidFill>
                <a:schemeClr val="tx1">
                  <a:lumMod val="95000"/>
                </a:schemeClr>
              </a:solidFill>
            </a:endParaRPr>
          </a:p>
          <a:p>
            <a:pPr algn="ctr"/>
            <a:endParaRPr lang="en-IN" dirty="0">
              <a:solidFill>
                <a:srgbClr val="63B7C6"/>
              </a:solidFill>
              <a:latin typeface="Aharoni" panose="02010803020104030203" pitchFamily="2" charset="-79"/>
              <a:cs typeface="Aharoni" panose="02010803020104030203" pitchFamily="2" charset="-79"/>
            </a:endParaRPr>
          </a:p>
        </p:txBody>
      </p:sp>
      <p:sp>
        <p:nvSpPr>
          <p:cNvPr id="12" name="TextBox 11">
            <a:extLst>
              <a:ext uri="{FF2B5EF4-FFF2-40B4-BE49-F238E27FC236}">
                <a16:creationId xmlns:a16="http://schemas.microsoft.com/office/drawing/2014/main" id="{9165A8A9-DC3D-D51E-0568-13E4F611E739}"/>
              </a:ext>
            </a:extLst>
          </p:cNvPr>
          <p:cNvSpPr txBox="1"/>
          <p:nvPr/>
        </p:nvSpPr>
        <p:spPr>
          <a:xfrm flipH="1">
            <a:off x="2387600" y="5845451"/>
            <a:ext cx="7416800" cy="923330"/>
          </a:xfrm>
          <a:prstGeom prst="rect">
            <a:avLst/>
          </a:prstGeom>
          <a:noFill/>
        </p:spPr>
        <p:txBody>
          <a:bodyPr wrap="square" rtlCol="0">
            <a:spAutoFit/>
          </a:bodyPr>
          <a:lstStyle/>
          <a:p>
            <a:pPr algn="ctr"/>
            <a:r>
              <a:rPr lang="en-US" b="1" dirty="0">
                <a:solidFill>
                  <a:schemeClr val="tx1">
                    <a:lumMod val="95000"/>
                  </a:schemeClr>
                </a:solidFill>
              </a:rPr>
              <a:t>SHRI RAM GROUP OF INSTITUTIONS (SRGI), JABALPUR</a:t>
            </a:r>
            <a:endParaRPr lang="en-IN" dirty="0">
              <a:solidFill>
                <a:schemeClr val="tx1">
                  <a:lumMod val="95000"/>
                </a:schemeClr>
              </a:solidFill>
            </a:endParaRPr>
          </a:p>
          <a:p>
            <a:pPr algn="ctr"/>
            <a:r>
              <a:rPr lang="en-US" b="1" dirty="0">
                <a:solidFill>
                  <a:schemeClr val="tx1">
                    <a:lumMod val="95000"/>
                  </a:schemeClr>
                </a:solidFill>
              </a:rPr>
              <a:t>2026</a:t>
            </a:r>
            <a:endParaRPr lang="en-IN" dirty="0">
              <a:solidFill>
                <a:schemeClr val="tx1">
                  <a:lumMod val="95000"/>
                </a:schemeClr>
              </a:solidFill>
            </a:endParaRPr>
          </a:p>
          <a:p>
            <a:pPr algn="ctr"/>
            <a:endParaRPr lang="en-IN" dirty="0"/>
          </a:p>
        </p:txBody>
      </p:sp>
      <p:pic>
        <p:nvPicPr>
          <p:cNvPr id="15" name="Picture 14" descr="Picture">
            <a:extLst>
              <a:ext uri="{FF2B5EF4-FFF2-40B4-BE49-F238E27FC236}">
                <a16:creationId xmlns:a16="http://schemas.microsoft.com/office/drawing/2014/main" id="{FC69EE22-4B1D-FCDD-CADB-E40177F5F9EA}"/>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883D37D-1472-518C-D876-78B8E6C1EC93}"/>
              </a:ext>
            </a:extLst>
          </p:cNvPr>
          <p:cNvSpPr>
            <a:spLocks noGrp="1"/>
          </p:cNvSpPr>
          <p:nvPr>
            <p:ph type="title"/>
          </p:nvPr>
        </p:nvSpPr>
        <p:spPr>
          <a:xfrm>
            <a:off x="3568700" y="88900"/>
            <a:ext cx="4673600" cy="876300"/>
          </a:xfrm>
        </p:spPr>
        <p:txBody>
          <a:bodyPr>
            <a:normAutofit/>
          </a:bodyPr>
          <a:lstStyle/>
          <a:p>
            <a:pPr algn="ctr"/>
            <a:r>
              <a:rPr lang="en-US" sz="3200" dirty="0">
                <a:solidFill>
                  <a:schemeClr val="tx1">
                    <a:lumMod val="95000"/>
                  </a:schemeClr>
                </a:solidFill>
                <a:latin typeface="Aharoni" panose="02010803020104030203" pitchFamily="2" charset="-79"/>
                <a:cs typeface="Aharoni" panose="02010803020104030203" pitchFamily="2" charset="-79"/>
              </a:rPr>
              <a:t>INTRODUCTION</a:t>
            </a:r>
            <a:endParaRPr lang="en-IN" sz="3200" dirty="0">
              <a:solidFill>
                <a:schemeClr val="tx1">
                  <a:lumMod val="95000"/>
                </a:schemeClr>
              </a:solidFill>
              <a:latin typeface="Aharoni" panose="02010803020104030203" pitchFamily="2" charset="-79"/>
              <a:cs typeface="Aharoni" panose="02010803020104030203" pitchFamily="2" charset="-79"/>
            </a:endParaRP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8" name="TextBox 7">
            <a:extLst>
              <a:ext uri="{FF2B5EF4-FFF2-40B4-BE49-F238E27FC236}">
                <a16:creationId xmlns:a16="http://schemas.microsoft.com/office/drawing/2014/main" id="{79CDDC27-F9F3-B042-9C76-1E7929AB7BD1}"/>
              </a:ext>
            </a:extLst>
          </p:cNvPr>
          <p:cNvSpPr txBox="1"/>
          <p:nvPr/>
        </p:nvSpPr>
        <p:spPr>
          <a:xfrm>
            <a:off x="241300" y="1905000"/>
            <a:ext cx="8229600" cy="3693319"/>
          </a:xfrm>
          <a:prstGeom prst="rect">
            <a:avLst/>
          </a:prstGeom>
          <a:noFill/>
        </p:spPr>
        <p:txBody>
          <a:bodyPr wrap="square" rtlCol="0">
            <a:spAutoFit/>
          </a:bodyPr>
          <a:lstStyle/>
          <a:p>
            <a:r>
              <a:rPr lang="en-US" b="1" dirty="0">
                <a:solidFill>
                  <a:schemeClr val="tx1">
                    <a:lumMod val="95000"/>
                  </a:schemeClr>
                </a:solidFill>
                <a:latin typeface="Arial" panose="020B0604020202020204" pitchFamily="34" charset="0"/>
                <a:cs typeface="Arial" panose="020B0604020202020204" pitchFamily="34" charset="0"/>
              </a:rPr>
              <a:t>Hello everyone,</a:t>
            </a:r>
            <a:br>
              <a:rPr lang="en-US" dirty="0">
                <a:solidFill>
                  <a:schemeClr val="tx1">
                    <a:lumMod val="95000"/>
                  </a:schemeClr>
                </a:solidFill>
                <a:latin typeface="Arial" panose="020B0604020202020204" pitchFamily="34" charset="0"/>
                <a:cs typeface="Arial" panose="020B0604020202020204" pitchFamily="34" charset="0"/>
              </a:rPr>
            </a:br>
            <a:r>
              <a:rPr lang="en-US" dirty="0">
                <a:solidFill>
                  <a:schemeClr val="tx1">
                    <a:lumMod val="95000"/>
                  </a:schemeClr>
                </a:solidFill>
                <a:latin typeface="Arial" panose="020B0604020202020204" pitchFamily="34" charset="0"/>
                <a:cs typeface="Arial" panose="020B0604020202020204" pitchFamily="34" charset="0"/>
              </a:rPr>
              <a:t>We are </a:t>
            </a:r>
            <a:r>
              <a:rPr lang="en-US" b="1" dirty="0">
                <a:solidFill>
                  <a:schemeClr val="tx1">
                    <a:lumMod val="95000"/>
                  </a:schemeClr>
                </a:solidFill>
                <a:latin typeface="Arial" panose="020B0604020202020204" pitchFamily="34" charset="0"/>
                <a:cs typeface="Arial" panose="020B0604020202020204" pitchFamily="34" charset="0"/>
              </a:rPr>
              <a:t>Riya Singh </a:t>
            </a:r>
            <a:r>
              <a:rPr lang="en-US" dirty="0">
                <a:solidFill>
                  <a:schemeClr val="tx1">
                    <a:lumMod val="95000"/>
                  </a:schemeClr>
                </a:solidFill>
                <a:latin typeface="Arial" panose="020B0604020202020204" pitchFamily="34" charset="0"/>
                <a:cs typeface="Arial" panose="020B0604020202020204" pitchFamily="34" charset="0"/>
              </a:rPr>
              <a:t>and</a:t>
            </a:r>
            <a:r>
              <a:rPr lang="en-US" b="1" dirty="0">
                <a:solidFill>
                  <a:schemeClr val="tx1">
                    <a:lumMod val="95000"/>
                  </a:schemeClr>
                </a:solidFill>
                <a:latin typeface="Arial" panose="020B0604020202020204" pitchFamily="34" charset="0"/>
                <a:cs typeface="Arial" panose="020B0604020202020204" pitchFamily="34" charset="0"/>
              </a:rPr>
              <a:t> Palak Patel</a:t>
            </a:r>
            <a:r>
              <a:rPr lang="en-US" dirty="0">
                <a:solidFill>
                  <a:schemeClr val="tx1">
                    <a:lumMod val="95000"/>
                  </a:schemeClr>
                </a:solidFill>
                <a:latin typeface="Arial" panose="020B0604020202020204" pitchFamily="34" charset="0"/>
                <a:cs typeface="Arial" panose="020B0604020202020204" pitchFamily="34" charset="0"/>
              </a:rPr>
              <a:t>, and today I am presenting my project on </a:t>
            </a:r>
            <a:r>
              <a:rPr lang="en-US" b="1" dirty="0">
                <a:solidFill>
                  <a:schemeClr val="tx1">
                    <a:lumMod val="95000"/>
                  </a:schemeClr>
                </a:solidFill>
                <a:latin typeface="Arial" panose="020B0604020202020204" pitchFamily="34" charset="0"/>
                <a:cs typeface="Arial" panose="020B0604020202020204" pitchFamily="34" charset="0"/>
              </a:rPr>
              <a:t>Customer Churn Prediction</a:t>
            </a:r>
            <a:r>
              <a:rPr lang="en-US" dirty="0">
                <a:solidFill>
                  <a:schemeClr val="tx1">
                    <a:lumMod val="95000"/>
                  </a:schemeClr>
                </a:solidFill>
                <a:latin typeface="Arial" panose="020B0604020202020204" pitchFamily="34" charset="0"/>
                <a:cs typeface="Arial" panose="020B0604020202020204" pitchFamily="34" charset="0"/>
              </a:rPr>
              <a:t>.</a:t>
            </a:r>
          </a:p>
          <a:p>
            <a:r>
              <a:rPr lang="en-US" dirty="0">
                <a:solidFill>
                  <a:schemeClr val="tx1">
                    <a:lumMod val="95000"/>
                  </a:schemeClr>
                </a:solidFill>
                <a:latin typeface="Arial" panose="020B0604020202020204" pitchFamily="34" charset="0"/>
                <a:cs typeface="Arial" panose="020B0604020202020204" pitchFamily="34" charset="0"/>
              </a:rPr>
              <a:t>This project is based on machine learning techniques used to identify customers who are likely to leave a company’s services. Customer churn is an important business problem because losing customers directly affects company revenue and growth.</a:t>
            </a:r>
          </a:p>
          <a:p>
            <a:r>
              <a:rPr lang="en-US" dirty="0">
                <a:solidFill>
                  <a:schemeClr val="tx1">
                    <a:lumMod val="95000"/>
                  </a:schemeClr>
                </a:solidFill>
                <a:latin typeface="Arial" panose="020B0604020202020204" pitchFamily="34" charset="0"/>
                <a:cs typeface="Arial" panose="020B0604020202020204" pitchFamily="34" charset="0"/>
              </a:rPr>
              <a:t>The main objective of this project is to analyze customer data, build a predictive model, and help businesses take preventive actions to retain valuable customers.</a:t>
            </a:r>
          </a:p>
          <a:p>
            <a:r>
              <a:rPr lang="en-US" dirty="0">
                <a:solidFill>
                  <a:schemeClr val="tx1">
                    <a:lumMod val="95000"/>
                  </a:schemeClr>
                </a:solidFill>
                <a:latin typeface="Arial" panose="020B0604020202020204" pitchFamily="34" charset="0"/>
                <a:cs typeface="Arial" panose="020B0604020202020204" pitchFamily="34" charset="0"/>
              </a:rPr>
              <a:t>In this presentation, I will explain the project objective, methodology, technologies used, model development, and final results</a:t>
            </a:r>
            <a:r>
              <a:rPr lang="en-US" dirty="0">
                <a:solidFill>
                  <a:srgbClr val="63B7C6"/>
                </a:solidFill>
              </a:rPr>
              <a:t>.</a:t>
            </a:r>
          </a:p>
          <a:p>
            <a:endParaRPr lang="en-IN" dirty="0"/>
          </a:p>
        </p:txBody>
      </p:sp>
      <p:pic>
        <p:nvPicPr>
          <p:cNvPr id="9" name="Picture 8" descr="Picture">
            <a:extLst>
              <a:ext uri="{FF2B5EF4-FFF2-40B4-BE49-F238E27FC236}">
                <a16:creationId xmlns:a16="http://schemas.microsoft.com/office/drawing/2014/main" id="{76D7F5F5-01AD-6647-9EEC-80EF967D22C4}"/>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290279431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7" name="TextBox 6">
            <a:extLst>
              <a:ext uri="{FF2B5EF4-FFF2-40B4-BE49-F238E27FC236}">
                <a16:creationId xmlns:a16="http://schemas.microsoft.com/office/drawing/2014/main" id="{F2B9AD8B-A34F-A0F7-9CAA-C6B4438FAA17}"/>
              </a:ext>
            </a:extLst>
          </p:cNvPr>
          <p:cNvSpPr txBox="1"/>
          <p:nvPr/>
        </p:nvSpPr>
        <p:spPr>
          <a:xfrm>
            <a:off x="2438400" y="254000"/>
            <a:ext cx="6608318" cy="584775"/>
          </a:xfrm>
          <a:prstGeom prst="rect">
            <a:avLst/>
          </a:prstGeom>
          <a:noFill/>
        </p:spPr>
        <p:txBody>
          <a:bodyPr wrap="square" rtlCol="0">
            <a:spAutoFit/>
          </a:bodyPr>
          <a:lstStyle/>
          <a:p>
            <a:pPr algn="ctr"/>
            <a:r>
              <a:rPr lang="en-US" sz="3200" b="1" dirty="0">
                <a:solidFill>
                  <a:schemeClr val="tx1">
                    <a:lumMod val="95000"/>
                  </a:schemeClr>
                </a:solidFill>
                <a:latin typeface="Aharoni" panose="02010803020104030203" pitchFamily="2" charset="-79"/>
                <a:cs typeface="Aharoni" panose="02010803020104030203" pitchFamily="2" charset="-79"/>
              </a:rPr>
              <a:t>PROBLEM STATEMENT</a:t>
            </a:r>
            <a:endParaRPr lang="en-IN" sz="3200" b="1" dirty="0">
              <a:solidFill>
                <a:schemeClr val="tx1">
                  <a:lumMod val="95000"/>
                </a:schemeClr>
              </a:solidFill>
              <a:latin typeface="Aharoni" panose="02010803020104030203" pitchFamily="2" charset="-79"/>
              <a:cs typeface="Aharoni" panose="02010803020104030203" pitchFamily="2" charset="-79"/>
            </a:endParaRPr>
          </a:p>
        </p:txBody>
      </p:sp>
      <p:sp>
        <p:nvSpPr>
          <p:cNvPr id="8" name="TextBox 7">
            <a:extLst>
              <a:ext uri="{FF2B5EF4-FFF2-40B4-BE49-F238E27FC236}">
                <a16:creationId xmlns:a16="http://schemas.microsoft.com/office/drawing/2014/main" id="{51360DD1-A03B-765A-6A07-4474F8BB3916}"/>
              </a:ext>
            </a:extLst>
          </p:cNvPr>
          <p:cNvSpPr txBox="1"/>
          <p:nvPr/>
        </p:nvSpPr>
        <p:spPr>
          <a:xfrm>
            <a:off x="296418" y="1816100"/>
            <a:ext cx="8940800" cy="2585323"/>
          </a:xfrm>
          <a:prstGeom prst="rect">
            <a:avLst/>
          </a:prstGeom>
          <a:noFill/>
        </p:spPr>
        <p:txBody>
          <a:bodyPr wrap="square" rtlCol="0">
            <a:spAutoFit/>
          </a:bodyPr>
          <a:lstStyle/>
          <a:p>
            <a:r>
              <a:rPr lang="en-US" dirty="0">
                <a:solidFill>
                  <a:schemeClr val="tx1">
                    <a:lumMod val="95000"/>
                  </a:schemeClr>
                </a:solidFill>
                <a:latin typeface="Arial" panose="020B0604020202020204" pitchFamily="34" charset="0"/>
                <a:cs typeface="Arial" panose="020B0604020202020204" pitchFamily="34" charset="0"/>
              </a:rPr>
              <a:t>Customer churn is a major challenge for companies in competitive markets. Many customers discontinue services due to dissatisfaction, better offers from competitors, or changing needs. Losing customers reduces revenue and increases the cost of acquiring new customers.</a:t>
            </a:r>
          </a:p>
          <a:p>
            <a:r>
              <a:rPr lang="en-US" dirty="0">
                <a:solidFill>
                  <a:schemeClr val="tx1">
                    <a:lumMod val="95000"/>
                  </a:schemeClr>
                </a:solidFill>
                <a:latin typeface="Arial" panose="020B0604020202020204" pitchFamily="34" charset="0"/>
                <a:cs typeface="Arial" panose="020B0604020202020204" pitchFamily="34" charset="0"/>
              </a:rPr>
              <a:t>The problem is to identify customers who are likely to leave the company in advance by analyzing historical customer data. Using machine learning, this project aims to predict churn and help businesses take timely actions to improve customer retention and customer satisfaction.</a:t>
            </a:r>
          </a:p>
          <a:p>
            <a:endParaRPr lang="en-IN" dirty="0"/>
          </a:p>
        </p:txBody>
      </p:sp>
      <p:pic>
        <p:nvPicPr>
          <p:cNvPr id="11" name="Picture 10" descr="Picture">
            <a:extLst>
              <a:ext uri="{FF2B5EF4-FFF2-40B4-BE49-F238E27FC236}">
                <a16:creationId xmlns:a16="http://schemas.microsoft.com/office/drawing/2014/main" id="{F7C0825D-84D9-80C1-6C83-6D0F02DEFF5F}"/>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70982875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9" name="TextBox 8">
            <a:extLst>
              <a:ext uri="{FF2B5EF4-FFF2-40B4-BE49-F238E27FC236}">
                <a16:creationId xmlns:a16="http://schemas.microsoft.com/office/drawing/2014/main" id="{7F7A2DE4-1D12-C160-129F-B5FBF276D241}"/>
              </a:ext>
            </a:extLst>
          </p:cNvPr>
          <p:cNvSpPr txBox="1"/>
          <p:nvPr/>
        </p:nvSpPr>
        <p:spPr>
          <a:xfrm flipH="1">
            <a:off x="4635500" y="165100"/>
            <a:ext cx="1879600" cy="584775"/>
          </a:xfrm>
          <a:prstGeom prst="rect">
            <a:avLst/>
          </a:prstGeom>
          <a:noFill/>
        </p:spPr>
        <p:txBody>
          <a:bodyPr wrap="square" rtlCol="0">
            <a:spAutoFit/>
          </a:bodyPr>
          <a:lstStyle/>
          <a:p>
            <a:pPr algn="ctr"/>
            <a:r>
              <a:rPr lang="en-US" sz="3200" b="1" dirty="0">
                <a:solidFill>
                  <a:schemeClr val="tx1">
                    <a:lumMod val="95000"/>
                  </a:schemeClr>
                </a:solidFill>
                <a:latin typeface="Aharoni" panose="02010803020104030203" pitchFamily="2" charset="-79"/>
                <a:cs typeface="Aharoni" panose="02010803020104030203" pitchFamily="2" charset="-79"/>
              </a:rPr>
              <a:t>SCOPE</a:t>
            </a:r>
            <a:r>
              <a:rPr lang="en-US" sz="3200" dirty="0">
                <a:solidFill>
                  <a:schemeClr val="tx1">
                    <a:lumMod val="95000"/>
                  </a:schemeClr>
                </a:solidFill>
                <a:latin typeface="Aharoni" panose="02010803020104030203" pitchFamily="2" charset="-79"/>
                <a:cs typeface="Aharoni" panose="02010803020104030203" pitchFamily="2" charset="-79"/>
              </a:rPr>
              <a:t> </a:t>
            </a:r>
            <a:endParaRPr lang="en-IN" sz="3200" dirty="0">
              <a:solidFill>
                <a:schemeClr val="tx1">
                  <a:lumMod val="95000"/>
                </a:schemeClr>
              </a:solidFill>
              <a:latin typeface="Aharoni" panose="02010803020104030203" pitchFamily="2" charset="-79"/>
              <a:cs typeface="Aharoni" panose="02010803020104030203" pitchFamily="2" charset="-79"/>
            </a:endParaRPr>
          </a:p>
        </p:txBody>
      </p:sp>
      <p:sp>
        <p:nvSpPr>
          <p:cNvPr id="11" name="TextBox 10">
            <a:extLst>
              <a:ext uri="{FF2B5EF4-FFF2-40B4-BE49-F238E27FC236}">
                <a16:creationId xmlns:a16="http://schemas.microsoft.com/office/drawing/2014/main" id="{903063B6-6F91-BACF-6B31-91CF6175F2E0}"/>
              </a:ext>
            </a:extLst>
          </p:cNvPr>
          <p:cNvSpPr txBox="1"/>
          <p:nvPr/>
        </p:nvSpPr>
        <p:spPr>
          <a:xfrm>
            <a:off x="457200" y="1859339"/>
            <a:ext cx="9728200" cy="3139321"/>
          </a:xfrm>
          <a:prstGeom prst="rect">
            <a:avLst/>
          </a:prstGeom>
          <a:noFill/>
        </p:spPr>
        <p:txBody>
          <a:bodyPr wrap="square" rtlCol="0">
            <a:spAutoFit/>
          </a:bodyPr>
          <a:lstStyle/>
          <a:p>
            <a:r>
              <a:rPr lang="en-US" dirty="0">
                <a:solidFill>
                  <a:schemeClr val="tx1">
                    <a:lumMod val="95000"/>
                  </a:schemeClr>
                </a:solidFill>
                <a:latin typeface="Arial" panose="020B0604020202020204" pitchFamily="34" charset="0"/>
                <a:cs typeface="Arial" panose="020B0604020202020204" pitchFamily="34" charset="0"/>
              </a:rPr>
              <a:t>This project focuses on predicting customer churn using machine learning techniques based on customer demographic, service usage, and billing data.</a:t>
            </a:r>
          </a:p>
          <a:p>
            <a:endParaRPr lang="en-US" dirty="0">
              <a:solidFill>
                <a:schemeClr val="tx1">
                  <a:lumMod val="95000"/>
                </a:schemeClr>
              </a:solidFill>
              <a:latin typeface="Arial" panose="020B0604020202020204" pitchFamily="34" charset="0"/>
              <a:cs typeface="Arial" panose="020B0604020202020204" pitchFamily="34" charset="0"/>
            </a:endParaRPr>
          </a:p>
          <a:p>
            <a:r>
              <a:rPr lang="en-US" dirty="0">
                <a:solidFill>
                  <a:schemeClr val="tx1">
                    <a:lumMod val="95000"/>
                  </a:schemeClr>
                </a:solidFill>
                <a:latin typeface="Arial" panose="020B0604020202020204" pitchFamily="34" charset="0"/>
                <a:cs typeface="Arial" panose="020B0604020202020204" pitchFamily="34" charset="0"/>
              </a:rPr>
              <a:t>The scope of this project includes:</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Collecting and preprocessing customer data for analysis.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Identifying key factors that influence customer churn.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Building and training machine learning models for churn prediction.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Evaluating model performance and accuracy.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Providing insights to help companies improve customer retention strategies.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Developing a user-friendly interface for easy prediction and analysis.</a:t>
            </a:r>
          </a:p>
          <a:p>
            <a:endParaRPr lang="en-IN" dirty="0"/>
          </a:p>
        </p:txBody>
      </p:sp>
      <p:pic>
        <p:nvPicPr>
          <p:cNvPr id="12" name="Picture 11" descr="Picture">
            <a:extLst>
              <a:ext uri="{FF2B5EF4-FFF2-40B4-BE49-F238E27FC236}">
                <a16:creationId xmlns:a16="http://schemas.microsoft.com/office/drawing/2014/main" id="{7EBAD463-BEA2-F362-EC4D-C3FB6AAEA195}"/>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373348601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19" name="TextBox 18">
            <a:extLst>
              <a:ext uri="{FF2B5EF4-FFF2-40B4-BE49-F238E27FC236}">
                <a16:creationId xmlns:a16="http://schemas.microsoft.com/office/drawing/2014/main" id="{74C17645-4F69-202A-5029-1CB8F95BAEB3}"/>
              </a:ext>
            </a:extLst>
          </p:cNvPr>
          <p:cNvSpPr txBox="1"/>
          <p:nvPr/>
        </p:nvSpPr>
        <p:spPr>
          <a:xfrm>
            <a:off x="3454400" y="228600"/>
            <a:ext cx="3797300" cy="584775"/>
          </a:xfrm>
          <a:prstGeom prst="rect">
            <a:avLst/>
          </a:prstGeom>
          <a:noFill/>
        </p:spPr>
        <p:txBody>
          <a:bodyPr wrap="square" rtlCol="0">
            <a:spAutoFit/>
          </a:bodyPr>
          <a:lstStyle/>
          <a:p>
            <a:r>
              <a:rPr lang="en-US" sz="3200" dirty="0">
                <a:solidFill>
                  <a:schemeClr val="tx1">
                    <a:lumMod val="95000"/>
                  </a:schemeClr>
                </a:solidFill>
                <a:latin typeface="Aharoni" panose="02010803020104030203" pitchFamily="2" charset="-79"/>
                <a:cs typeface="Aharoni" panose="02010803020104030203" pitchFamily="2" charset="-79"/>
              </a:rPr>
              <a:t>METHODOLOGY</a:t>
            </a:r>
            <a:endParaRPr lang="en-IN" sz="3200" dirty="0">
              <a:solidFill>
                <a:schemeClr val="tx1">
                  <a:lumMod val="95000"/>
                </a:schemeClr>
              </a:solidFill>
              <a:latin typeface="Aharoni" panose="02010803020104030203" pitchFamily="2" charset="-79"/>
              <a:cs typeface="Aharoni" panose="02010803020104030203" pitchFamily="2" charset="-79"/>
            </a:endParaRPr>
          </a:p>
        </p:txBody>
      </p:sp>
      <p:sp>
        <p:nvSpPr>
          <p:cNvPr id="20" name="TextBox 19">
            <a:extLst>
              <a:ext uri="{FF2B5EF4-FFF2-40B4-BE49-F238E27FC236}">
                <a16:creationId xmlns:a16="http://schemas.microsoft.com/office/drawing/2014/main" id="{EDAD3C78-2AA2-9A34-56B6-228466127D87}"/>
              </a:ext>
            </a:extLst>
          </p:cNvPr>
          <p:cNvSpPr txBox="1"/>
          <p:nvPr/>
        </p:nvSpPr>
        <p:spPr>
          <a:xfrm>
            <a:off x="406400" y="1282978"/>
            <a:ext cx="11176000" cy="3416320"/>
          </a:xfrm>
          <a:prstGeom prst="rect">
            <a:avLst/>
          </a:prstGeom>
          <a:noFill/>
        </p:spPr>
        <p:txBody>
          <a:bodyPr wrap="square" rtlCol="0">
            <a:spAutoFit/>
          </a:bodyPr>
          <a:lstStyle/>
          <a:p>
            <a:r>
              <a:rPr lang="en-US" dirty="0">
                <a:solidFill>
                  <a:schemeClr val="tx1">
                    <a:lumMod val="95000"/>
                  </a:schemeClr>
                </a:solidFill>
                <a:latin typeface="Arial" panose="020B0604020202020204" pitchFamily="34" charset="0"/>
                <a:cs typeface="Arial" panose="020B0604020202020204" pitchFamily="34" charset="0"/>
              </a:rPr>
              <a:t>The methodology of this project follows a systematic machine learning process to predict customer churn accurately.</a:t>
            </a:r>
          </a:p>
          <a:p>
            <a:endParaRPr lang="en-US" dirty="0">
              <a:solidFill>
                <a:schemeClr val="tx1">
                  <a:lumMod val="95000"/>
                </a:schemeClr>
              </a:solidFill>
              <a:latin typeface="Arial" panose="020B0604020202020204" pitchFamily="34" charset="0"/>
              <a:cs typeface="Arial" panose="020B0604020202020204" pitchFamily="34" charset="0"/>
            </a:endParaRPr>
          </a:p>
          <a:p>
            <a:r>
              <a:rPr lang="en-US" dirty="0">
                <a:solidFill>
                  <a:schemeClr val="tx1">
                    <a:lumMod val="95000"/>
                  </a:schemeClr>
                </a:solidFill>
                <a:latin typeface="Arial" panose="020B0604020202020204" pitchFamily="34" charset="0"/>
                <a:cs typeface="Arial" panose="020B0604020202020204" pitchFamily="34" charset="0"/>
              </a:rPr>
              <a:t>The steps involved are:</a:t>
            </a:r>
          </a:p>
          <a:p>
            <a:pPr marL="285750" indent="-285750">
              <a:buFont typeface="Arial" panose="020B0604020202020204" pitchFamily="34" charset="0"/>
              <a:buChar char="•"/>
            </a:pPr>
            <a:r>
              <a:rPr lang="en-US" b="1" dirty="0">
                <a:solidFill>
                  <a:schemeClr val="tx1">
                    <a:lumMod val="95000"/>
                  </a:schemeClr>
                </a:solidFill>
                <a:latin typeface="Arial" panose="020B0604020202020204" pitchFamily="34" charset="0"/>
                <a:cs typeface="Arial" panose="020B0604020202020204" pitchFamily="34" charset="0"/>
              </a:rPr>
              <a:t>Data Collection</a:t>
            </a:r>
            <a:r>
              <a:rPr lang="en-US" dirty="0">
                <a:solidFill>
                  <a:schemeClr val="tx1">
                    <a:lumMod val="95000"/>
                  </a:schemeClr>
                </a:solidFill>
                <a:latin typeface="Arial" panose="020B0604020202020204" pitchFamily="34" charset="0"/>
                <a:cs typeface="Arial" panose="020B0604020202020204" pitchFamily="34" charset="0"/>
              </a:rPr>
              <a:t> – Gather customer demographic, service usage, and billing data. </a:t>
            </a:r>
          </a:p>
          <a:p>
            <a:pPr marL="285750" indent="-285750">
              <a:buFont typeface="Arial" panose="020B0604020202020204" pitchFamily="34" charset="0"/>
              <a:buChar char="•"/>
            </a:pPr>
            <a:r>
              <a:rPr lang="en-US" b="1" dirty="0">
                <a:solidFill>
                  <a:schemeClr val="tx1">
                    <a:lumMod val="95000"/>
                  </a:schemeClr>
                </a:solidFill>
                <a:latin typeface="Arial" panose="020B0604020202020204" pitchFamily="34" charset="0"/>
                <a:cs typeface="Arial" panose="020B0604020202020204" pitchFamily="34" charset="0"/>
              </a:rPr>
              <a:t>Data Preprocessing</a:t>
            </a:r>
            <a:r>
              <a:rPr lang="en-US" dirty="0">
                <a:solidFill>
                  <a:schemeClr val="tx1">
                    <a:lumMod val="95000"/>
                  </a:schemeClr>
                </a:solidFill>
                <a:latin typeface="Arial" panose="020B0604020202020204" pitchFamily="34" charset="0"/>
                <a:cs typeface="Arial" panose="020B0604020202020204" pitchFamily="34" charset="0"/>
              </a:rPr>
              <a:t> – Clean missing values, remove duplicates, and encode categorical data. </a:t>
            </a:r>
          </a:p>
          <a:p>
            <a:pPr marL="285750" indent="-285750">
              <a:buFont typeface="Arial" panose="020B0604020202020204" pitchFamily="34" charset="0"/>
              <a:buChar char="•"/>
            </a:pPr>
            <a:r>
              <a:rPr lang="en-US" b="1" dirty="0">
                <a:solidFill>
                  <a:schemeClr val="tx1">
                    <a:lumMod val="95000"/>
                  </a:schemeClr>
                </a:solidFill>
                <a:latin typeface="Arial" panose="020B0604020202020204" pitchFamily="34" charset="0"/>
                <a:cs typeface="Arial" panose="020B0604020202020204" pitchFamily="34" charset="0"/>
              </a:rPr>
              <a:t>Feature Engineering</a:t>
            </a:r>
            <a:r>
              <a:rPr lang="en-US" dirty="0">
                <a:solidFill>
                  <a:schemeClr val="tx1">
                    <a:lumMod val="95000"/>
                  </a:schemeClr>
                </a:solidFill>
                <a:latin typeface="Arial" panose="020B0604020202020204" pitchFamily="34" charset="0"/>
                <a:cs typeface="Arial" panose="020B0604020202020204" pitchFamily="34" charset="0"/>
              </a:rPr>
              <a:t> – Select important features that affect churn prediction. </a:t>
            </a:r>
          </a:p>
          <a:p>
            <a:pPr marL="285750" indent="-285750">
              <a:buFont typeface="Arial" panose="020B0604020202020204" pitchFamily="34" charset="0"/>
              <a:buChar char="•"/>
            </a:pPr>
            <a:r>
              <a:rPr lang="en-US" b="1" dirty="0">
                <a:solidFill>
                  <a:schemeClr val="tx1">
                    <a:lumMod val="95000"/>
                  </a:schemeClr>
                </a:solidFill>
                <a:latin typeface="Arial" panose="020B0604020202020204" pitchFamily="34" charset="0"/>
                <a:cs typeface="Arial" panose="020B0604020202020204" pitchFamily="34" charset="0"/>
              </a:rPr>
              <a:t>Model Training</a:t>
            </a:r>
            <a:r>
              <a:rPr lang="en-US" dirty="0">
                <a:solidFill>
                  <a:schemeClr val="tx1">
                    <a:lumMod val="95000"/>
                  </a:schemeClr>
                </a:solidFill>
                <a:latin typeface="Arial" panose="020B0604020202020204" pitchFamily="34" charset="0"/>
                <a:cs typeface="Arial" panose="020B0604020202020204" pitchFamily="34" charset="0"/>
              </a:rPr>
              <a:t> – Train machine learning models such as Random Forest for prediction. </a:t>
            </a:r>
          </a:p>
          <a:p>
            <a:pPr marL="285750" indent="-285750">
              <a:buFont typeface="Arial" panose="020B0604020202020204" pitchFamily="34" charset="0"/>
              <a:buChar char="•"/>
            </a:pPr>
            <a:r>
              <a:rPr lang="en-US" b="1" dirty="0">
                <a:solidFill>
                  <a:schemeClr val="tx1">
                    <a:lumMod val="95000"/>
                  </a:schemeClr>
                </a:solidFill>
                <a:latin typeface="Arial" panose="020B0604020202020204" pitchFamily="34" charset="0"/>
                <a:cs typeface="Arial" panose="020B0604020202020204" pitchFamily="34" charset="0"/>
              </a:rPr>
              <a:t>Model Evaluation</a:t>
            </a:r>
            <a:r>
              <a:rPr lang="en-US" dirty="0">
                <a:solidFill>
                  <a:schemeClr val="tx1">
                    <a:lumMod val="95000"/>
                  </a:schemeClr>
                </a:solidFill>
                <a:latin typeface="Arial" panose="020B0604020202020204" pitchFamily="34" charset="0"/>
                <a:cs typeface="Arial" panose="020B0604020202020204" pitchFamily="34" charset="0"/>
              </a:rPr>
              <a:t> – Measure model accuracy, precision, recall, and performance. </a:t>
            </a:r>
          </a:p>
          <a:p>
            <a:pPr marL="285750" indent="-285750">
              <a:buFont typeface="Arial" panose="020B0604020202020204" pitchFamily="34" charset="0"/>
              <a:buChar char="•"/>
            </a:pPr>
            <a:r>
              <a:rPr lang="en-US" b="1" dirty="0">
                <a:solidFill>
                  <a:schemeClr val="tx1">
                    <a:lumMod val="95000"/>
                  </a:schemeClr>
                </a:solidFill>
                <a:latin typeface="Arial" panose="020B0604020202020204" pitchFamily="34" charset="0"/>
                <a:cs typeface="Arial" panose="020B0604020202020204" pitchFamily="34" charset="0"/>
              </a:rPr>
              <a:t>API Deployment</a:t>
            </a:r>
            <a:r>
              <a:rPr lang="en-US" dirty="0">
                <a:solidFill>
                  <a:schemeClr val="tx1">
                    <a:lumMod val="95000"/>
                  </a:schemeClr>
                </a:solidFill>
                <a:latin typeface="Arial" panose="020B0604020202020204" pitchFamily="34" charset="0"/>
                <a:cs typeface="Arial" panose="020B0604020202020204" pitchFamily="34" charset="0"/>
              </a:rPr>
              <a:t> – Deploy the trained model using </a:t>
            </a:r>
            <a:r>
              <a:rPr lang="en-US" dirty="0" err="1">
                <a:solidFill>
                  <a:schemeClr val="tx1">
                    <a:lumMod val="95000"/>
                  </a:schemeClr>
                </a:solidFill>
                <a:latin typeface="Arial" panose="020B0604020202020204" pitchFamily="34" charset="0"/>
                <a:cs typeface="Arial" panose="020B0604020202020204" pitchFamily="34" charset="0"/>
              </a:rPr>
              <a:t>FastAPI</a:t>
            </a:r>
            <a:r>
              <a:rPr lang="en-US" dirty="0">
                <a:solidFill>
                  <a:schemeClr val="tx1">
                    <a:lumMod val="95000"/>
                  </a:schemeClr>
                </a:solidFill>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b="1" dirty="0">
                <a:solidFill>
                  <a:schemeClr val="tx1">
                    <a:lumMod val="95000"/>
                  </a:schemeClr>
                </a:solidFill>
                <a:latin typeface="Arial" panose="020B0604020202020204" pitchFamily="34" charset="0"/>
                <a:cs typeface="Arial" panose="020B0604020202020204" pitchFamily="34" charset="0"/>
              </a:rPr>
              <a:t>Interactive Dashboard</a:t>
            </a:r>
            <a:r>
              <a:rPr lang="en-US" dirty="0">
                <a:solidFill>
                  <a:schemeClr val="tx1">
                    <a:lumMod val="95000"/>
                  </a:schemeClr>
                </a:solidFill>
                <a:latin typeface="Arial" panose="020B0604020202020204" pitchFamily="34" charset="0"/>
                <a:cs typeface="Arial" panose="020B0604020202020204" pitchFamily="34" charset="0"/>
              </a:rPr>
              <a:t> – Build a </a:t>
            </a:r>
            <a:r>
              <a:rPr lang="en-US" dirty="0" err="1">
                <a:solidFill>
                  <a:schemeClr val="tx1">
                    <a:lumMod val="95000"/>
                  </a:schemeClr>
                </a:solidFill>
                <a:latin typeface="Arial" panose="020B0604020202020204" pitchFamily="34" charset="0"/>
                <a:cs typeface="Arial" panose="020B0604020202020204" pitchFamily="34" charset="0"/>
              </a:rPr>
              <a:t>Streamlit</a:t>
            </a:r>
            <a:r>
              <a:rPr lang="en-US" dirty="0">
                <a:solidFill>
                  <a:schemeClr val="tx1">
                    <a:lumMod val="95000"/>
                  </a:schemeClr>
                </a:solidFill>
                <a:latin typeface="Arial" panose="020B0604020202020204" pitchFamily="34" charset="0"/>
                <a:cs typeface="Arial" panose="020B0604020202020204" pitchFamily="34" charset="0"/>
              </a:rPr>
              <a:t> dashboard for user-friendly predictions and analysis.</a:t>
            </a:r>
          </a:p>
          <a:p>
            <a:endParaRPr lang="en-IN" dirty="0"/>
          </a:p>
        </p:txBody>
      </p:sp>
      <p:sp>
        <p:nvSpPr>
          <p:cNvPr id="22" name="Rectangle 21">
            <a:extLst>
              <a:ext uri="{FF2B5EF4-FFF2-40B4-BE49-F238E27FC236}">
                <a16:creationId xmlns:a16="http://schemas.microsoft.com/office/drawing/2014/main" id="{469DE4C3-3001-A2C4-AA79-06C817B0A9AE}"/>
              </a:ext>
            </a:extLst>
          </p:cNvPr>
          <p:cNvSpPr/>
          <p:nvPr/>
        </p:nvSpPr>
        <p:spPr>
          <a:xfrm>
            <a:off x="673100" y="4672035"/>
            <a:ext cx="1981200" cy="3315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Data Collection</a:t>
            </a:r>
            <a:endParaRPr lang="en-IN" dirty="0"/>
          </a:p>
        </p:txBody>
      </p:sp>
      <p:sp>
        <p:nvSpPr>
          <p:cNvPr id="24" name="Rectangle 23">
            <a:extLst>
              <a:ext uri="{FF2B5EF4-FFF2-40B4-BE49-F238E27FC236}">
                <a16:creationId xmlns:a16="http://schemas.microsoft.com/office/drawing/2014/main" id="{34F42FE9-C447-CC5D-4895-1B2757A460F9}"/>
              </a:ext>
            </a:extLst>
          </p:cNvPr>
          <p:cNvSpPr/>
          <p:nvPr/>
        </p:nvSpPr>
        <p:spPr>
          <a:xfrm>
            <a:off x="3136900" y="462282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Data Preprocessing</a:t>
            </a:r>
            <a:endParaRPr lang="en-IN" dirty="0"/>
          </a:p>
        </p:txBody>
      </p:sp>
      <p:sp>
        <p:nvSpPr>
          <p:cNvPr id="25" name="Rectangle 24">
            <a:extLst>
              <a:ext uri="{FF2B5EF4-FFF2-40B4-BE49-F238E27FC236}">
                <a16:creationId xmlns:a16="http://schemas.microsoft.com/office/drawing/2014/main" id="{8457A820-9503-3357-3072-EDA82D37AACB}"/>
              </a:ext>
            </a:extLst>
          </p:cNvPr>
          <p:cNvSpPr/>
          <p:nvPr/>
        </p:nvSpPr>
        <p:spPr>
          <a:xfrm>
            <a:off x="5689600" y="462282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Feature Engineering</a:t>
            </a:r>
            <a:endParaRPr lang="en-IN" dirty="0"/>
          </a:p>
        </p:txBody>
      </p:sp>
      <p:sp>
        <p:nvSpPr>
          <p:cNvPr id="26" name="Rectangle 25">
            <a:extLst>
              <a:ext uri="{FF2B5EF4-FFF2-40B4-BE49-F238E27FC236}">
                <a16:creationId xmlns:a16="http://schemas.microsoft.com/office/drawing/2014/main" id="{772A9D19-A8BC-1CD9-74BA-361C7FD1C682}"/>
              </a:ext>
            </a:extLst>
          </p:cNvPr>
          <p:cNvSpPr/>
          <p:nvPr/>
        </p:nvSpPr>
        <p:spPr>
          <a:xfrm>
            <a:off x="8394700" y="462282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Model Training</a:t>
            </a:r>
            <a:endParaRPr lang="en-IN" dirty="0"/>
          </a:p>
        </p:txBody>
      </p:sp>
      <p:sp>
        <p:nvSpPr>
          <p:cNvPr id="27" name="Rectangle 26">
            <a:extLst>
              <a:ext uri="{FF2B5EF4-FFF2-40B4-BE49-F238E27FC236}">
                <a16:creationId xmlns:a16="http://schemas.microsoft.com/office/drawing/2014/main" id="{A9CC0051-8981-7CA5-12D4-2F32FBC641E3}"/>
              </a:ext>
            </a:extLst>
          </p:cNvPr>
          <p:cNvSpPr/>
          <p:nvPr/>
        </p:nvSpPr>
        <p:spPr>
          <a:xfrm>
            <a:off x="2197100" y="570230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Interactive Dashboard</a:t>
            </a:r>
            <a:endParaRPr lang="en-IN" dirty="0"/>
          </a:p>
        </p:txBody>
      </p:sp>
      <p:sp>
        <p:nvSpPr>
          <p:cNvPr id="29" name="Rectangle 28">
            <a:extLst>
              <a:ext uri="{FF2B5EF4-FFF2-40B4-BE49-F238E27FC236}">
                <a16:creationId xmlns:a16="http://schemas.microsoft.com/office/drawing/2014/main" id="{9A14E9C5-906A-9AAA-2D1D-7F710F92FA0A}"/>
              </a:ext>
            </a:extLst>
          </p:cNvPr>
          <p:cNvSpPr/>
          <p:nvPr/>
        </p:nvSpPr>
        <p:spPr>
          <a:xfrm>
            <a:off x="4851400" y="5702301"/>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API Deployment</a:t>
            </a:r>
            <a:endParaRPr lang="en-IN" dirty="0"/>
          </a:p>
        </p:txBody>
      </p:sp>
      <p:sp>
        <p:nvSpPr>
          <p:cNvPr id="30" name="Rectangle 29">
            <a:extLst>
              <a:ext uri="{FF2B5EF4-FFF2-40B4-BE49-F238E27FC236}">
                <a16:creationId xmlns:a16="http://schemas.microsoft.com/office/drawing/2014/main" id="{BAA14E05-65D6-63FD-6DA7-FF15A514F7B8}"/>
              </a:ext>
            </a:extLst>
          </p:cNvPr>
          <p:cNvSpPr/>
          <p:nvPr/>
        </p:nvSpPr>
        <p:spPr>
          <a:xfrm>
            <a:off x="7505700" y="570230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Model Evaluation</a:t>
            </a:r>
            <a:endParaRPr lang="en-IN" dirty="0"/>
          </a:p>
        </p:txBody>
      </p:sp>
      <p:cxnSp>
        <p:nvCxnSpPr>
          <p:cNvPr id="34" name="Straight Arrow Connector 33">
            <a:extLst>
              <a:ext uri="{FF2B5EF4-FFF2-40B4-BE49-F238E27FC236}">
                <a16:creationId xmlns:a16="http://schemas.microsoft.com/office/drawing/2014/main" id="{35607733-47B4-5A88-A441-1EE1B7799022}"/>
              </a:ext>
            </a:extLst>
          </p:cNvPr>
          <p:cNvCxnSpPr>
            <a:cxnSpLocks/>
          </p:cNvCxnSpPr>
          <p:nvPr/>
        </p:nvCxnSpPr>
        <p:spPr>
          <a:xfrm>
            <a:off x="2654300" y="4813300"/>
            <a:ext cx="482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3FA1FD5-DDD4-2F98-C573-8F67E272453F}"/>
              </a:ext>
            </a:extLst>
          </p:cNvPr>
          <p:cNvCxnSpPr/>
          <p:nvPr/>
        </p:nvCxnSpPr>
        <p:spPr>
          <a:xfrm>
            <a:off x="5207000" y="4895860"/>
            <a:ext cx="482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BA3DB6B-7671-4255-FFFD-1163315CC06C}"/>
              </a:ext>
            </a:extLst>
          </p:cNvPr>
          <p:cNvCxnSpPr/>
          <p:nvPr/>
        </p:nvCxnSpPr>
        <p:spPr>
          <a:xfrm>
            <a:off x="7759700" y="4908560"/>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3F969F3C-E50A-7BFE-83D4-62A9ECF7A0DA}"/>
              </a:ext>
            </a:extLst>
          </p:cNvPr>
          <p:cNvCxnSpPr>
            <a:cxnSpLocks/>
          </p:cNvCxnSpPr>
          <p:nvPr/>
        </p:nvCxnSpPr>
        <p:spPr>
          <a:xfrm rot="5400000">
            <a:off x="9550400" y="4965700"/>
            <a:ext cx="1206500" cy="901700"/>
          </a:xfrm>
          <a:prstGeom prst="bentConnector3">
            <a:avLst>
              <a:gd name="adj1" fmla="val 10052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C097536-A120-245E-6470-B0DDAA6821F9}"/>
              </a:ext>
            </a:extLst>
          </p:cNvPr>
          <p:cNvCxnSpPr>
            <a:cxnSpLocks/>
          </p:cNvCxnSpPr>
          <p:nvPr/>
        </p:nvCxnSpPr>
        <p:spPr>
          <a:xfrm flipH="1">
            <a:off x="6946900" y="5988040"/>
            <a:ext cx="45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CE293AD-DEFC-D339-6963-A01CF1449EA3}"/>
              </a:ext>
            </a:extLst>
          </p:cNvPr>
          <p:cNvCxnSpPr>
            <a:cxnSpLocks/>
          </p:cNvCxnSpPr>
          <p:nvPr/>
        </p:nvCxnSpPr>
        <p:spPr>
          <a:xfrm flipH="1">
            <a:off x="4279900" y="6019800"/>
            <a:ext cx="476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9" name="Picture 78" descr="Picture">
            <a:extLst>
              <a:ext uri="{FF2B5EF4-FFF2-40B4-BE49-F238E27FC236}">
                <a16:creationId xmlns:a16="http://schemas.microsoft.com/office/drawing/2014/main" id="{CF971037-E8EA-0ED1-07D9-401A5A4D2EC2}"/>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360727049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BD08-7B1F-DD22-EEE6-94789EA8FD68}"/>
              </a:ext>
            </a:extLst>
          </p:cNvPr>
          <p:cNvSpPr>
            <a:spLocks noGrp="1"/>
          </p:cNvSpPr>
          <p:nvPr>
            <p:ph type="title"/>
          </p:nvPr>
        </p:nvSpPr>
        <p:spPr>
          <a:xfrm>
            <a:off x="2273300" y="428625"/>
            <a:ext cx="5168900" cy="535531"/>
          </a:xfrm>
        </p:spPr>
        <p:txBody>
          <a:bodyPr>
            <a:noAutofit/>
          </a:bodyPr>
          <a:lstStyle/>
          <a:p>
            <a:pPr algn="ctr"/>
            <a:r>
              <a:rPr lang="en-US" b="1" dirty="0">
                <a:solidFill>
                  <a:schemeClr val="tx1">
                    <a:lumMod val="95000"/>
                  </a:schemeClr>
                </a:solidFill>
                <a:latin typeface="Aharoni" panose="02010803020104030203" pitchFamily="2" charset="-79"/>
                <a:cs typeface="Aharoni" panose="02010803020104030203" pitchFamily="2" charset="-79"/>
              </a:rPr>
              <a:t>IMPLEMENTATION DETAILS</a:t>
            </a:r>
            <a:endParaRPr lang="en-IN" b="1" dirty="0">
              <a:solidFill>
                <a:schemeClr val="tx1">
                  <a:lumMod val="95000"/>
                </a:schemeClr>
              </a:solidFill>
              <a:latin typeface="Aharoni" panose="02010803020104030203" pitchFamily="2" charset="-79"/>
              <a:cs typeface="Aharoni" panose="02010803020104030203" pitchFamily="2" charset="-79"/>
            </a:endParaRPr>
          </a:p>
        </p:txBody>
      </p:sp>
      <p:sp>
        <p:nvSpPr>
          <p:cNvPr id="3" name="Slide Number Placeholder 2">
            <a:extLst>
              <a:ext uri="{FF2B5EF4-FFF2-40B4-BE49-F238E27FC236}">
                <a16:creationId xmlns:a16="http://schemas.microsoft.com/office/drawing/2014/main" id="{D253AF47-B76B-677B-614F-34B6829405EC}"/>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5" name="TextBox 4">
            <a:extLst>
              <a:ext uri="{FF2B5EF4-FFF2-40B4-BE49-F238E27FC236}">
                <a16:creationId xmlns:a16="http://schemas.microsoft.com/office/drawing/2014/main" id="{C0F4F65D-B03B-75AD-CEFE-EBA8DAFC5800}"/>
              </a:ext>
            </a:extLst>
          </p:cNvPr>
          <p:cNvSpPr txBox="1"/>
          <p:nvPr/>
        </p:nvSpPr>
        <p:spPr>
          <a:xfrm>
            <a:off x="419100" y="1859339"/>
            <a:ext cx="10985500" cy="3139321"/>
          </a:xfrm>
          <a:prstGeom prst="rect">
            <a:avLst/>
          </a:prstGeom>
          <a:noFill/>
        </p:spPr>
        <p:txBody>
          <a:bodyPr wrap="square" rtlCol="0">
            <a:spAutoFit/>
          </a:bodyPr>
          <a:lstStyle/>
          <a:p>
            <a:r>
              <a:rPr lang="en-US" dirty="0">
                <a:solidFill>
                  <a:schemeClr val="tx1">
                    <a:lumMod val="95000"/>
                  </a:schemeClr>
                </a:solidFill>
                <a:latin typeface="Arial" panose="020B0604020202020204" pitchFamily="34" charset="0"/>
                <a:cs typeface="Arial" panose="020B0604020202020204" pitchFamily="34" charset="0"/>
              </a:rPr>
              <a:t>The Customer Churn Prediction project was implemented using Python and machine learning libraries. Customer data was collected and preprocessed by handling missing values, encoding categorical features, and scaling numerical data.</a:t>
            </a:r>
          </a:p>
          <a:p>
            <a:r>
              <a:rPr lang="en-US" dirty="0">
                <a:solidFill>
                  <a:schemeClr val="tx1">
                    <a:lumMod val="95000"/>
                  </a:schemeClr>
                </a:solidFill>
                <a:latin typeface="Arial" panose="020B0604020202020204" pitchFamily="34" charset="0"/>
                <a:cs typeface="Arial" panose="020B0604020202020204" pitchFamily="34" charset="0"/>
              </a:rPr>
              <a:t>Feature engineering techniques were applied to select the most relevant attributes affecting churn. The processed dataset was divided into training and testing sets. A Random Forest machine learning model was trained to predict whether a customer is likely to churn or not.</a:t>
            </a:r>
          </a:p>
          <a:p>
            <a:r>
              <a:rPr lang="en-US" dirty="0">
                <a:solidFill>
                  <a:schemeClr val="tx1">
                    <a:lumMod val="95000"/>
                  </a:schemeClr>
                </a:solidFill>
                <a:latin typeface="Arial" panose="020B0604020202020204" pitchFamily="34" charset="0"/>
                <a:cs typeface="Arial" panose="020B0604020202020204" pitchFamily="34" charset="0"/>
              </a:rPr>
              <a:t>The trained model was saved and deployed using </a:t>
            </a:r>
            <a:r>
              <a:rPr lang="en-US" dirty="0" err="1">
                <a:solidFill>
                  <a:schemeClr val="tx1">
                    <a:lumMod val="95000"/>
                  </a:schemeClr>
                </a:solidFill>
                <a:latin typeface="Arial" panose="020B0604020202020204" pitchFamily="34" charset="0"/>
                <a:cs typeface="Arial" panose="020B0604020202020204" pitchFamily="34" charset="0"/>
              </a:rPr>
              <a:t>FastAPI</a:t>
            </a:r>
            <a:r>
              <a:rPr lang="en-US" dirty="0">
                <a:solidFill>
                  <a:schemeClr val="tx1">
                    <a:lumMod val="95000"/>
                  </a:schemeClr>
                </a:solidFill>
                <a:latin typeface="Arial" panose="020B0604020202020204" pitchFamily="34" charset="0"/>
                <a:cs typeface="Arial" panose="020B0604020202020204" pitchFamily="34" charset="0"/>
              </a:rPr>
              <a:t> to provide prediction services through APIs. A </a:t>
            </a:r>
            <a:r>
              <a:rPr lang="en-US" dirty="0" err="1">
                <a:solidFill>
                  <a:schemeClr val="tx1">
                    <a:lumMod val="95000"/>
                  </a:schemeClr>
                </a:solidFill>
                <a:latin typeface="Arial" panose="020B0604020202020204" pitchFamily="34" charset="0"/>
                <a:cs typeface="Arial" panose="020B0604020202020204" pitchFamily="34" charset="0"/>
              </a:rPr>
              <a:t>Streamlit</a:t>
            </a:r>
            <a:r>
              <a:rPr lang="en-US" dirty="0">
                <a:solidFill>
                  <a:schemeClr val="tx1">
                    <a:lumMod val="95000"/>
                  </a:schemeClr>
                </a:solidFill>
                <a:latin typeface="Arial" panose="020B0604020202020204" pitchFamily="34" charset="0"/>
                <a:cs typeface="Arial" panose="020B0604020202020204" pitchFamily="34" charset="0"/>
              </a:rPr>
              <a:t>-based interactive dashboard was developed to allow users to input customer details and view churn predictions in a user-friendly manner.</a:t>
            </a:r>
          </a:p>
          <a:p>
            <a:r>
              <a:rPr lang="en-US" dirty="0">
                <a:solidFill>
                  <a:schemeClr val="tx1">
                    <a:lumMod val="95000"/>
                  </a:schemeClr>
                </a:solidFill>
                <a:latin typeface="Arial" panose="020B0604020202020204" pitchFamily="34" charset="0"/>
                <a:cs typeface="Arial" panose="020B0604020202020204" pitchFamily="34" charset="0"/>
              </a:rPr>
              <a:t>Tools and technologies used include Python, Pandas, NumPy, Scikit-learn, </a:t>
            </a:r>
            <a:r>
              <a:rPr lang="en-US" dirty="0" err="1">
                <a:solidFill>
                  <a:schemeClr val="tx1">
                    <a:lumMod val="95000"/>
                  </a:schemeClr>
                </a:solidFill>
                <a:latin typeface="Arial" panose="020B0604020202020204" pitchFamily="34" charset="0"/>
                <a:cs typeface="Arial" panose="020B0604020202020204" pitchFamily="34" charset="0"/>
              </a:rPr>
              <a:t>FastAPI</a:t>
            </a:r>
            <a:r>
              <a:rPr lang="en-US" dirty="0">
                <a:solidFill>
                  <a:schemeClr val="tx1">
                    <a:lumMod val="95000"/>
                  </a:schemeClr>
                </a:solidFill>
                <a:latin typeface="Arial" panose="020B0604020202020204" pitchFamily="34" charset="0"/>
                <a:cs typeface="Arial" panose="020B0604020202020204" pitchFamily="34" charset="0"/>
              </a:rPr>
              <a:t>, </a:t>
            </a:r>
            <a:r>
              <a:rPr lang="en-US" dirty="0" err="1">
                <a:solidFill>
                  <a:schemeClr val="tx1">
                    <a:lumMod val="95000"/>
                  </a:schemeClr>
                </a:solidFill>
                <a:latin typeface="Arial" panose="020B0604020202020204" pitchFamily="34" charset="0"/>
                <a:cs typeface="Arial" panose="020B0604020202020204" pitchFamily="34" charset="0"/>
              </a:rPr>
              <a:t>Streamlit</a:t>
            </a:r>
            <a:r>
              <a:rPr lang="en-US" dirty="0">
                <a:solidFill>
                  <a:schemeClr val="tx1">
                    <a:lumMod val="95000"/>
                  </a:schemeClr>
                </a:solidFill>
                <a:latin typeface="Arial" panose="020B0604020202020204" pitchFamily="34" charset="0"/>
                <a:cs typeface="Arial" panose="020B0604020202020204" pitchFamily="34" charset="0"/>
              </a:rPr>
              <a:t>, and Docker.</a:t>
            </a:r>
          </a:p>
          <a:p>
            <a:endParaRPr lang="en-IN" dirty="0"/>
          </a:p>
        </p:txBody>
      </p:sp>
      <p:pic>
        <p:nvPicPr>
          <p:cNvPr id="7" name="Picture 6" descr="Picture">
            <a:extLst>
              <a:ext uri="{FF2B5EF4-FFF2-40B4-BE49-F238E27FC236}">
                <a16:creationId xmlns:a16="http://schemas.microsoft.com/office/drawing/2014/main" id="{4965D7C6-BE94-795E-9031-63833488B3BF}"/>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238317450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15A96-31FF-3202-30B6-55881FC5B5D7}"/>
              </a:ext>
            </a:extLst>
          </p:cNvPr>
          <p:cNvSpPr>
            <a:spLocks noGrp="1"/>
          </p:cNvSpPr>
          <p:nvPr>
            <p:ph type="title"/>
          </p:nvPr>
        </p:nvSpPr>
        <p:spPr>
          <a:xfrm>
            <a:off x="2705100" y="403225"/>
            <a:ext cx="5473700" cy="604781"/>
          </a:xfrm>
        </p:spPr>
        <p:txBody>
          <a:bodyPr>
            <a:normAutofit fontScale="90000"/>
          </a:bodyPr>
          <a:lstStyle/>
          <a:p>
            <a:r>
              <a:rPr lang="en-US" sz="3600" dirty="0">
                <a:solidFill>
                  <a:schemeClr val="tx1">
                    <a:lumMod val="95000"/>
                  </a:schemeClr>
                </a:solidFill>
                <a:latin typeface="Aharoni" panose="02010803020104030203" pitchFamily="2" charset="-79"/>
                <a:cs typeface="Aharoni" panose="02010803020104030203" pitchFamily="2" charset="-79"/>
              </a:rPr>
              <a:t>RESULT ANALYSIS</a:t>
            </a:r>
            <a:endParaRPr lang="en-IN" sz="3600" dirty="0">
              <a:solidFill>
                <a:schemeClr val="tx1">
                  <a:lumMod val="95000"/>
                </a:schemeClr>
              </a:solidFill>
              <a:latin typeface="Aharoni" panose="02010803020104030203" pitchFamily="2" charset="-79"/>
              <a:cs typeface="Aharoni" panose="02010803020104030203" pitchFamily="2" charset="-79"/>
            </a:endParaRPr>
          </a:p>
        </p:txBody>
      </p:sp>
      <p:sp>
        <p:nvSpPr>
          <p:cNvPr id="3" name="Slide Number Placeholder 2">
            <a:extLst>
              <a:ext uri="{FF2B5EF4-FFF2-40B4-BE49-F238E27FC236}">
                <a16:creationId xmlns:a16="http://schemas.microsoft.com/office/drawing/2014/main" id="{8AE83CC8-1F46-5491-346C-2825C24DF327}"/>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sp>
        <p:nvSpPr>
          <p:cNvPr id="7" name="Rectangle 2">
            <a:extLst>
              <a:ext uri="{FF2B5EF4-FFF2-40B4-BE49-F238E27FC236}">
                <a16:creationId xmlns:a16="http://schemas.microsoft.com/office/drawing/2014/main" id="{3CAA6CE5-8E00-C699-28AC-93B42FE1FE3D}"/>
              </a:ext>
            </a:extLst>
          </p:cNvPr>
          <p:cNvSpPr>
            <a:spLocks noChangeArrowheads="1"/>
          </p:cNvSpPr>
          <p:nvPr/>
        </p:nvSpPr>
        <p:spPr bwMode="auto">
          <a:xfrm rot="10800000" flipV="1">
            <a:off x="266700" y="1406922"/>
            <a:ext cx="119253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The machine learning model was successfully trained to predict customer churn based on customer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The Random Forest model provided high accuracy and reliable prediction results compared to basic models.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Important factors affecting churn were identified, such as contract type, tenure, monthly charges, and payment method.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Customers with higher monthly charges and shorter tenure showed a greater probability of churn.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Long-term contract customers were less likely to leave the company.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The model evaluation metrics such as accuracy, precision, recall, and F1-score indicated good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The confusion matrix showed that most churn and non-churn cases were classified correctly.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The </a:t>
            </a:r>
            <a:r>
              <a:rPr kumimoji="0" lang="en-US" altLang="en-US" sz="1800" b="0" i="0" u="none" strike="noStrike" cap="none" normalizeH="0" baseline="0" dirty="0" err="1">
                <a:ln>
                  <a:noFill/>
                </a:ln>
                <a:solidFill>
                  <a:schemeClr val="tx1">
                    <a:lumMod val="95000"/>
                  </a:schemeClr>
                </a:solidFill>
                <a:effectLst/>
                <a:latin typeface="Arial" panose="020B0604020202020204" pitchFamily="34" charset="0"/>
              </a:rPr>
              <a:t>FastAPI</a:t>
            </a: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 integration successfully generated predictions through APIs.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The </a:t>
            </a:r>
            <a:r>
              <a:rPr kumimoji="0" lang="en-US" altLang="en-US" sz="1800" b="0" i="0" u="none" strike="noStrike" cap="none" normalizeH="0" baseline="0" dirty="0" err="1">
                <a:ln>
                  <a:noFill/>
                </a:ln>
                <a:solidFill>
                  <a:schemeClr val="tx1">
                    <a:lumMod val="95000"/>
                  </a:schemeClr>
                </a:solidFill>
                <a:effectLst/>
                <a:latin typeface="Arial" panose="020B0604020202020204" pitchFamily="34" charset="0"/>
              </a:rPr>
              <a:t>Streamlit</a:t>
            </a: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 dashboard provided an easy-to-use interface for entering customer details and viewing results.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schemeClr>
                </a:solidFill>
                <a:effectLst/>
                <a:latin typeface="Arial" panose="020B0604020202020204" pitchFamily="34" charset="0"/>
              </a:rPr>
              <a:t>Overall, the project can help companies take preventive actions to retain valuable customers and improve business growth. </a:t>
            </a:r>
          </a:p>
        </p:txBody>
      </p:sp>
      <p:pic>
        <p:nvPicPr>
          <p:cNvPr id="9" name="Picture 8" descr="Picture">
            <a:extLst>
              <a:ext uri="{FF2B5EF4-FFF2-40B4-BE49-F238E27FC236}">
                <a16:creationId xmlns:a16="http://schemas.microsoft.com/office/drawing/2014/main" id="{8B4D9A15-8DE7-5631-8719-942BFCE932E8}"/>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126766557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1916D1-F644-AD4D-3F81-D31EE814DF0D}"/>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4" name="TextBox 3">
            <a:extLst>
              <a:ext uri="{FF2B5EF4-FFF2-40B4-BE49-F238E27FC236}">
                <a16:creationId xmlns:a16="http://schemas.microsoft.com/office/drawing/2014/main" id="{3D1C37DB-0FEE-0C22-D842-2084CA9E3D4A}"/>
              </a:ext>
            </a:extLst>
          </p:cNvPr>
          <p:cNvSpPr txBox="1"/>
          <p:nvPr/>
        </p:nvSpPr>
        <p:spPr>
          <a:xfrm>
            <a:off x="1320800" y="254000"/>
            <a:ext cx="6299200" cy="1200329"/>
          </a:xfrm>
          <a:prstGeom prst="rect">
            <a:avLst/>
          </a:prstGeom>
          <a:noFill/>
        </p:spPr>
        <p:txBody>
          <a:bodyPr wrap="square" rtlCol="0">
            <a:spAutoFit/>
          </a:bodyPr>
          <a:lstStyle/>
          <a:p>
            <a:pPr algn="ctr"/>
            <a:r>
              <a:rPr lang="en-US" sz="3600" dirty="0">
                <a:solidFill>
                  <a:schemeClr val="tx1">
                    <a:lumMod val="95000"/>
                  </a:schemeClr>
                </a:solidFill>
                <a:latin typeface="Aharoni" panose="02010803020104030203" pitchFamily="2" charset="-79"/>
                <a:cs typeface="Aharoni" panose="02010803020104030203" pitchFamily="2" charset="-79"/>
              </a:rPr>
              <a:t>CONCLUSION &amp; FUTURE ENHANCEMENT</a:t>
            </a:r>
            <a:endParaRPr lang="en-IN" sz="3600" dirty="0">
              <a:solidFill>
                <a:schemeClr val="tx1">
                  <a:lumMod val="95000"/>
                </a:schemeClr>
              </a:solidFill>
              <a:latin typeface="Aharoni" panose="02010803020104030203" pitchFamily="2" charset="-79"/>
              <a:cs typeface="Aharoni" panose="02010803020104030203" pitchFamily="2" charset="-79"/>
            </a:endParaRPr>
          </a:p>
        </p:txBody>
      </p:sp>
      <p:sp>
        <p:nvSpPr>
          <p:cNvPr id="5" name="TextBox 4">
            <a:extLst>
              <a:ext uri="{FF2B5EF4-FFF2-40B4-BE49-F238E27FC236}">
                <a16:creationId xmlns:a16="http://schemas.microsoft.com/office/drawing/2014/main" id="{E7D5462E-3B2A-7208-250A-0F37F95800C3}"/>
              </a:ext>
            </a:extLst>
          </p:cNvPr>
          <p:cNvSpPr txBox="1"/>
          <p:nvPr/>
        </p:nvSpPr>
        <p:spPr>
          <a:xfrm>
            <a:off x="627853" y="1309965"/>
            <a:ext cx="10490200" cy="2616101"/>
          </a:xfrm>
          <a:prstGeom prst="rect">
            <a:avLst/>
          </a:prstGeom>
          <a:noFill/>
        </p:spPr>
        <p:txBody>
          <a:bodyPr wrap="square" rtlCol="0">
            <a:spAutoFit/>
          </a:bodyPr>
          <a:lstStyle/>
          <a:p>
            <a:r>
              <a:rPr lang="en-US" sz="2000" b="1" dirty="0">
                <a:solidFill>
                  <a:schemeClr val="tx1">
                    <a:lumMod val="95000"/>
                  </a:schemeClr>
                </a:solidFill>
              </a:rPr>
              <a:t>Conclusion</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The project successfully developed a machine learning model to predict customer churn.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Random Forest algorithm provided accurate and reliable predictions.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Key factors influencing churn were identified, helping in better business understanding.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The system enables companies to identify at-risk customers in advance.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Integration with </a:t>
            </a:r>
            <a:r>
              <a:rPr lang="en-US" dirty="0" err="1">
                <a:solidFill>
                  <a:schemeClr val="tx1">
                    <a:lumMod val="95000"/>
                  </a:schemeClr>
                </a:solidFill>
                <a:latin typeface="Arial" panose="020B0604020202020204" pitchFamily="34" charset="0"/>
                <a:cs typeface="Arial" panose="020B0604020202020204" pitchFamily="34" charset="0"/>
              </a:rPr>
              <a:t>FastAPI</a:t>
            </a:r>
            <a:r>
              <a:rPr lang="en-US" dirty="0">
                <a:solidFill>
                  <a:schemeClr val="tx1">
                    <a:lumMod val="95000"/>
                  </a:schemeClr>
                </a:solidFill>
                <a:latin typeface="Arial" panose="020B0604020202020204" pitchFamily="34" charset="0"/>
                <a:cs typeface="Arial" panose="020B0604020202020204" pitchFamily="34" charset="0"/>
              </a:rPr>
              <a:t> and </a:t>
            </a:r>
            <a:r>
              <a:rPr lang="en-US" dirty="0" err="1">
                <a:solidFill>
                  <a:schemeClr val="tx1">
                    <a:lumMod val="95000"/>
                  </a:schemeClr>
                </a:solidFill>
                <a:latin typeface="Arial" panose="020B0604020202020204" pitchFamily="34" charset="0"/>
                <a:cs typeface="Arial" panose="020B0604020202020204" pitchFamily="34" charset="0"/>
              </a:rPr>
              <a:t>Streamlit</a:t>
            </a:r>
            <a:r>
              <a:rPr lang="en-US" dirty="0">
                <a:solidFill>
                  <a:schemeClr val="tx1">
                    <a:lumMod val="95000"/>
                  </a:schemeClr>
                </a:solidFill>
                <a:latin typeface="Arial" panose="020B0604020202020204" pitchFamily="34" charset="0"/>
                <a:cs typeface="Arial" panose="020B0604020202020204" pitchFamily="34" charset="0"/>
              </a:rPr>
              <a:t> made the project practical and user-friendly.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Overall, the project demonstrates how data-driven decisions can improve customer retention and business performance. </a:t>
            </a:r>
          </a:p>
          <a:p>
            <a:endParaRPr lang="en-IN" dirty="0"/>
          </a:p>
        </p:txBody>
      </p:sp>
      <p:sp>
        <p:nvSpPr>
          <p:cNvPr id="7" name="TextBox 6">
            <a:extLst>
              <a:ext uri="{FF2B5EF4-FFF2-40B4-BE49-F238E27FC236}">
                <a16:creationId xmlns:a16="http://schemas.microsoft.com/office/drawing/2014/main" id="{F9026607-3943-EE30-AE98-81D52970AA1C}"/>
              </a:ext>
            </a:extLst>
          </p:cNvPr>
          <p:cNvSpPr txBox="1"/>
          <p:nvPr/>
        </p:nvSpPr>
        <p:spPr>
          <a:xfrm rot="10800000" flipH="1" flipV="1">
            <a:off x="533400" y="3926066"/>
            <a:ext cx="10229269" cy="2616101"/>
          </a:xfrm>
          <a:prstGeom prst="rect">
            <a:avLst/>
          </a:prstGeom>
          <a:noFill/>
        </p:spPr>
        <p:txBody>
          <a:bodyPr wrap="square" rtlCol="0">
            <a:spAutoFit/>
          </a:bodyPr>
          <a:lstStyle/>
          <a:p>
            <a:r>
              <a:rPr lang="en-US" sz="2000" b="1" dirty="0">
                <a:solidFill>
                  <a:schemeClr val="tx1">
                    <a:lumMod val="95000"/>
                  </a:schemeClr>
                </a:solidFill>
                <a:latin typeface="Arial" panose="020B0604020202020204" pitchFamily="34" charset="0"/>
                <a:cs typeface="Arial" panose="020B0604020202020204" pitchFamily="34" charset="0"/>
              </a:rPr>
              <a:t>Future Enhancements</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Improve model accuracy using advanced algorithms like </a:t>
            </a:r>
            <a:r>
              <a:rPr lang="en-US" dirty="0" err="1">
                <a:solidFill>
                  <a:schemeClr val="tx1">
                    <a:lumMod val="95000"/>
                  </a:schemeClr>
                </a:solidFill>
                <a:latin typeface="Arial" panose="020B0604020202020204" pitchFamily="34" charset="0"/>
                <a:cs typeface="Arial" panose="020B0604020202020204" pitchFamily="34" charset="0"/>
              </a:rPr>
              <a:t>XGBoost</a:t>
            </a:r>
            <a:r>
              <a:rPr lang="en-US" dirty="0">
                <a:solidFill>
                  <a:schemeClr val="tx1">
                    <a:lumMod val="95000"/>
                  </a:schemeClr>
                </a:solidFill>
                <a:latin typeface="Arial" panose="020B0604020202020204" pitchFamily="34" charset="0"/>
                <a:cs typeface="Arial" panose="020B0604020202020204" pitchFamily="34" charset="0"/>
              </a:rPr>
              <a:t> or Deep Learning.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Use real-time data for continuous prediction and monitoring.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Integrate the system with company CRM systems.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Enhance the dashboard with more visualizations and insights.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Deploy the application on cloud platforms for wider accessibility.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Include customer feedback and behavioral data for better predictions. </a:t>
            </a:r>
          </a:p>
          <a:p>
            <a:pPr marL="285750" indent="-285750">
              <a:buFont typeface="Arial" panose="020B0604020202020204" pitchFamily="34" charset="0"/>
              <a:buChar char="•"/>
            </a:pPr>
            <a:r>
              <a:rPr lang="en-US" dirty="0">
                <a:solidFill>
                  <a:schemeClr val="tx1">
                    <a:lumMod val="95000"/>
                  </a:schemeClr>
                </a:solidFill>
                <a:latin typeface="Arial" panose="020B0604020202020204" pitchFamily="34" charset="0"/>
                <a:cs typeface="Arial" panose="020B0604020202020204" pitchFamily="34" charset="0"/>
              </a:rPr>
              <a:t>Implement automated alerts for high-risk customers. </a:t>
            </a:r>
          </a:p>
          <a:p>
            <a:endParaRPr lang="en-IN" dirty="0"/>
          </a:p>
        </p:txBody>
      </p:sp>
      <p:pic>
        <p:nvPicPr>
          <p:cNvPr id="9" name="Picture 8" descr="Picture">
            <a:extLst>
              <a:ext uri="{FF2B5EF4-FFF2-40B4-BE49-F238E27FC236}">
                <a16:creationId xmlns:a16="http://schemas.microsoft.com/office/drawing/2014/main" id="{AED086C2-77CD-9341-734D-F263E3EC4C1B}"/>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50669619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6431321" y="711708"/>
            <a:ext cx="4599858" cy="1663192"/>
          </a:xfrm>
        </p:spPr>
        <p:txBody>
          <a:bodyPr/>
          <a:lstStyle/>
          <a:p>
            <a:pPr algn="ctr"/>
            <a:r>
              <a:rPr lang="en-US" sz="4800" dirty="0">
                <a:solidFill>
                  <a:schemeClr val="tx1">
                    <a:lumMod val="95000"/>
                  </a:schemeClr>
                </a:solidFill>
                <a:latin typeface="Aharoni" panose="02010803020104030203" pitchFamily="2" charset="-79"/>
                <a:cs typeface="Aharoni" panose="02010803020104030203" pitchFamily="2" charset="-79"/>
              </a:rPr>
              <a:t>Thank You </a:t>
            </a:r>
            <a:endParaRPr lang="en-GB" sz="4800" dirty="0">
              <a:solidFill>
                <a:schemeClr val="tx1">
                  <a:lumMod val="95000"/>
                </a:schemeClr>
              </a:solidFill>
              <a:latin typeface="Aharoni" panose="02010803020104030203" pitchFamily="2" charset="-79"/>
              <a:cs typeface="Aharoni" panose="02010803020104030203" pitchFamily="2" charset="-79"/>
            </a:endParaRPr>
          </a:p>
        </p:txBody>
      </p:sp>
      <p:pic>
        <p:nvPicPr>
          <p:cNvPr id="4" name="Picture 3" descr="Picture">
            <a:extLst>
              <a:ext uri="{FF2B5EF4-FFF2-40B4-BE49-F238E27FC236}">
                <a16:creationId xmlns:a16="http://schemas.microsoft.com/office/drawing/2014/main" id="{069168EC-A31B-DE7B-84D4-9AD5320C6CDF}"/>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
        <p:nvSpPr>
          <p:cNvPr id="7" name="TextBox 6">
            <a:extLst>
              <a:ext uri="{FF2B5EF4-FFF2-40B4-BE49-F238E27FC236}">
                <a16:creationId xmlns:a16="http://schemas.microsoft.com/office/drawing/2014/main" id="{CAD7EFC5-3177-358E-7CCF-60540832DE76}"/>
              </a:ext>
            </a:extLst>
          </p:cNvPr>
          <p:cNvSpPr txBox="1"/>
          <p:nvPr/>
        </p:nvSpPr>
        <p:spPr>
          <a:xfrm>
            <a:off x="5270500" y="2374900"/>
            <a:ext cx="69215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Thank you for your time and attention</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SRGI, Jabalpur(M.P.)  |  </a:t>
            </a:r>
            <a:r>
              <a:rPr lang="en-US" sz="2000" dirty="0" err="1">
                <a:latin typeface="Arial" panose="020B0604020202020204" pitchFamily="34" charset="0"/>
                <a:cs typeface="Arial" panose="020B0604020202020204" pitchFamily="34" charset="0"/>
              </a:rPr>
              <a:t>B.tech</a:t>
            </a:r>
            <a:r>
              <a:rPr lang="en-US" sz="2000" dirty="0">
                <a:latin typeface="Arial" panose="020B0604020202020204" pitchFamily="34" charset="0"/>
                <a:cs typeface="Arial" panose="020B0604020202020204" pitchFamily="34" charset="0"/>
              </a:rPr>
              <a:t> CSE</a:t>
            </a:r>
            <a:endParaRPr lang="en-IN" sz="2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67CCA1A-70B7-4862-76E7-6C309D5651B4}"/>
              </a:ext>
            </a:extLst>
          </p:cNvPr>
          <p:cNvSpPr txBox="1"/>
          <p:nvPr/>
        </p:nvSpPr>
        <p:spPr>
          <a:xfrm>
            <a:off x="5874547" y="3838037"/>
            <a:ext cx="617220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Under the guidance of </a:t>
            </a:r>
            <a:r>
              <a:rPr lang="en-US" sz="2000" dirty="0" err="1">
                <a:latin typeface="Arial" panose="020B0604020202020204" pitchFamily="34" charset="0"/>
                <a:cs typeface="Arial" panose="020B0604020202020204" pitchFamily="34" charset="0"/>
              </a:rPr>
              <a:t>Prof.Nitin</a:t>
            </a:r>
            <a:r>
              <a:rPr lang="en-US" sz="2000" dirty="0">
                <a:latin typeface="Arial" panose="020B0604020202020204" pitchFamily="34" charset="0"/>
                <a:cs typeface="Arial" panose="020B0604020202020204" pitchFamily="34" charset="0"/>
              </a:rPr>
              <a:t> Shukla |HOD, CSE</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TM03457485[[fn=Mesh]]</Template>
  <TotalTime>207</TotalTime>
  <Words>946</Words>
  <Application>Microsoft Office PowerPoint</Application>
  <PresentationFormat>Widescreen</PresentationFormat>
  <Paragraphs>96</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Aharoni</vt:lpstr>
      <vt:lpstr>Arial</vt:lpstr>
      <vt:lpstr>Bookman Old Style</vt:lpstr>
      <vt:lpstr>Calibri</vt:lpstr>
      <vt:lpstr>Century Gothic</vt:lpstr>
      <vt:lpstr>Trade Gothic LT Pro</vt:lpstr>
      <vt:lpstr>Mesh</vt:lpstr>
      <vt:lpstr>Customer Churn Prediction and Customer lifetime Value Estimation</vt:lpstr>
      <vt:lpstr>INTRODUCTION</vt:lpstr>
      <vt:lpstr>PowerPoint Presentation</vt:lpstr>
      <vt:lpstr>PowerPoint Presentation</vt:lpstr>
      <vt:lpstr>PowerPoint Presentation</vt:lpstr>
      <vt:lpstr>IMPLEMENTATION DETAILS</vt:lpstr>
      <vt:lpstr>RESULT ANALYSIS</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riya singh</dc:creator>
  <cp:lastModifiedBy>riya singh</cp:lastModifiedBy>
  <cp:revision>1</cp:revision>
  <dcterms:created xsi:type="dcterms:W3CDTF">2026-04-27T16:51:43Z</dcterms:created>
  <dcterms:modified xsi:type="dcterms:W3CDTF">2026-06-09T19:39:55Z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